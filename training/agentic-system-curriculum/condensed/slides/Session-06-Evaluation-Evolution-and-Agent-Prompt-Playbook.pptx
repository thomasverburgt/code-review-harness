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e5b446866464608" /><Relationship Type="http://schemas.openxmlformats.org/officeDocument/2006/relationships/extended-properties" Target="/docProps/app.xml" Id="Reedb7e33c42f43d2" /><Relationship Type="http://schemas.openxmlformats.org/officeDocument/2006/relationships/officeDocument" Target="/ppt/presentation.xml" Id="Rda78915907174057" /></Relationships>
</file>

<file path=ppt/presentation.xml><?xml version="1.0" encoding="utf-8"?>
<p:presentation xmlns:p="http://schemas.openxmlformats.org/presentationml/2006/main">
  <p:sldMasterIdLst>
    <p:sldMasterId xmlns:r="http://schemas.openxmlformats.org/officeDocument/2006/relationships" id="2147483648" r:id="R69c46af486db43da"/>
  </p:sldMasterIdLst>
  <p:notesMasterIdLst>
    <p:notesMasterId xmlns:r="http://schemas.openxmlformats.org/officeDocument/2006/relationships" r:id="Re4da0f614e9e484a"/>
  </p:notesMasterIdLst>
  <p:sldIdLst>
    <p:sldId xmlns:r="http://schemas.openxmlformats.org/officeDocument/2006/relationships" id="256" r:id="R9f7a9cba17f14aab"/>
    <p:sldId xmlns:r="http://schemas.openxmlformats.org/officeDocument/2006/relationships" id="257" r:id="R7f1723e301d84202"/>
    <p:sldId xmlns:r="http://schemas.openxmlformats.org/officeDocument/2006/relationships" id="258" r:id="R3ed0e4c555a6400a"/>
    <p:sldId xmlns:r="http://schemas.openxmlformats.org/officeDocument/2006/relationships" id="259" r:id="R78153d36a6774961"/>
    <p:sldId xmlns:r="http://schemas.openxmlformats.org/officeDocument/2006/relationships" id="260" r:id="R756d36e220b04eb2"/>
    <p:sldId xmlns:r="http://schemas.openxmlformats.org/officeDocument/2006/relationships" id="261" r:id="Re027b4e8f699470b"/>
    <p:sldId xmlns:r="http://schemas.openxmlformats.org/officeDocument/2006/relationships" id="262" r:id="R49769b2c5c5d42c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e8efc3dcc824724" /><Relationship Type="http://schemas.openxmlformats.org/officeDocument/2006/relationships/slideMaster" Target="/ppt/slideMasters/slideMaster1.xml" Id="R69c46af486db43da" /><Relationship Type="http://schemas.openxmlformats.org/officeDocument/2006/relationships/notesMaster" Target="/ppt/notesMasters/notesMaster1.xml" Id="Re4da0f614e9e484a" /><Relationship Type="http://schemas.openxmlformats.org/officeDocument/2006/relationships/presProps" Target="/ppt/presProps.xml" Id="R61d6633cd38e45e3" /><Relationship Type="http://schemas.openxmlformats.org/officeDocument/2006/relationships/tableStyles" Target="/ppt/tableStyles.xml" Id="R5d2b65a832094c27" /><Relationship Type="http://schemas.openxmlformats.org/officeDocument/2006/relationships/slide" Target="/ppt/slides/slide1.xml" Id="R9f7a9cba17f14aab" /><Relationship Type="http://schemas.openxmlformats.org/officeDocument/2006/relationships/slide" Target="/ppt/slides/slide2.xml" Id="R7f1723e301d84202" /><Relationship Type="http://schemas.openxmlformats.org/officeDocument/2006/relationships/slide" Target="/ppt/slides/slide3.xml" Id="R3ed0e4c555a6400a" /><Relationship Type="http://schemas.openxmlformats.org/officeDocument/2006/relationships/slide" Target="/ppt/slides/slide4.xml" Id="R78153d36a6774961" /><Relationship Type="http://schemas.openxmlformats.org/officeDocument/2006/relationships/slide" Target="/ppt/slides/slide5.xml" Id="R756d36e220b04eb2" /><Relationship Type="http://schemas.openxmlformats.org/officeDocument/2006/relationships/slide" Target="/ppt/slides/slide6.xml" Id="Re027b4e8f699470b" /><Relationship Type="http://schemas.openxmlformats.org/officeDocument/2006/relationships/slide" Target="/ppt/slides/slide7.xml" Id="R49769b2c5c5d42c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851d29fbfe5426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9e85fddbdcd4a4f" /><Relationship Type="http://schemas.openxmlformats.org/officeDocument/2006/relationships/notesMaster" Target="/ppt/notesMasters/notesMaster1.xml" Id="Rda247f2549734734" /></Relationships>
</file>

<file path=ppt/notesSlides/_rels/notesSlide2.xml.rels>&#65279;<?xml version="1.0" encoding="utf-8"?><Relationships xmlns="http://schemas.openxmlformats.org/package/2006/relationships"><Relationship Type="http://schemas.openxmlformats.org/officeDocument/2006/relationships/slide" Target="/ppt/slides/slide2.xml" Id="R5fe9ec1a290f4ede" /><Relationship Type="http://schemas.openxmlformats.org/officeDocument/2006/relationships/notesMaster" Target="/ppt/notesMasters/notesMaster1.xml" Id="R38250ccdcdf34e20" /></Relationships>
</file>

<file path=ppt/notesSlides/_rels/notesSlide3.xml.rels>&#65279;<?xml version="1.0" encoding="utf-8"?><Relationships xmlns="http://schemas.openxmlformats.org/package/2006/relationships"><Relationship Type="http://schemas.openxmlformats.org/officeDocument/2006/relationships/slide" Target="/ppt/slides/slide3.xml" Id="R82fcf1da283c4f10" /><Relationship Type="http://schemas.openxmlformats.org/officeDocument/2006/relationships/notesMaster" Target="/ppt/notesMasters/notesMaster1.xml" Id="Rc76c23b7f27e4511" /></Relationships>
</file>

<file path=ppt/notesSlides/_rels/notesSlide4.xml.rels>&#65279;<?xml version="1.0" encoding="utf-8"?><Relationships xmlns="http://schemas.openxmlformats.org/package/2006/relationships"><Relationship Type="http://schemas.openxmlformats.org/officeDocument/2006/relationships/slide" Target="/ppt/slides/slide4.xml" Id="Ra826d6254b694574" /><Relationship Type="http://schemas.openxmlformats.org/officeDocument/2006/relationships/notesMaster" Target="/ppt/notesMasters/notesMaster1.xml" Id="R1a7f67bfa88445b6" /></Relationships>
</file>

<file path=ppt/notesSlides/_rels/notesSlide5.xml.rels>&#65279;<?xml version="1.0" encoding="utf-8"?><Relationships xmlns="http://schemas.openxmlformats.org/package/2006/relationships"><Relationship Type="http://schemas.openxmlformats.org/officeDocument/2006/relationships/slide" Target="/ppt/slides/slide5.xml" Id="R68ea07c0b71a4a30" /><Relationship Type="http://schemas.openxmlformats.org/officeDocument/2006/relationships/notesMaster" Target="/ppt/notesMasters/notesMaster1.xml" Id="R32d4510aa24d4f8a" /></Relationships>
</file>

<file path=ppt/notesSlides/_rels/notesSlide6.xml.rels>&#65279;<?xml version="1.0" encoding="utf-8"?><Relationships xmlns="http://schemas.openxmlformats.org/package/2006/relationships"><Relationship Type="http://schemas.openxmlformats.org/officeDocument/2006/relationships/slide" Target="/ppt/slides/slide6.xml" Id="Rf07da7aadb9a48a4" /><Relationship Type="http://schemas.openxmlformats.org/officeDocument/2006/relationships/notesMaster" Target="/ppt/notesMasters/notesMaster1.xml" Id="Re8739f28a04f485c" /></Relationships>
</file>

<file path=ppt/notesSlides/_rels/notesSlide7.xml.rels>&#65279;<?xml version="1.0" encoding="utf-8"?><Relationships xmlns="http://schemas.openxmlformats.org/package/2006/relationships"><Relationship Type="http://schemas.openxmlformats.org/officeDocument/2006/relationships/slide" Target="/ppt/slides/slide7.xml" Id="Rf68e3b0e3fd84b80" /><Relationship Type="http://schemas.openxmlformats.org/officeDocument/2006/relationships/notesMaster" Target="/ppt/notesMasters/notesMaster1.xml" Id="R216c873d8d964f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learners and read the driving question aloud. Ask for a quick show of hands: who has used an AI assistant, who has relied on an automated code-review tool, and who has had to explain why an automated finding was correct? Frame this session as engineering a trustworthy system around model capability. Preview that every claim in the course will be tied to evidence, a contract, a workflow state, or a human authority boundary. Do not teach the whole session from the title slide; use it to establish the problem and invite one concrete experience from the room.</a:t>
            </a:r>
          </a:p>
          <a:p xmlns:a="http://schemas.openxmlformats.org/drawingml/2006/main">
            <a:r>
              <a:t/>
            </a:r>
          </a:p>
          <a:p xmlns:a="http://schemas.openxmlformats.org/drawingml/2006/main">
            <a:r>
              <a:t>[Sources]</a:t>
            </a:r>
          </a:p>
          <a:p xmlns:a="http://schemas.openxmlformats.org/drawingml/2006/main">
            <a:r>
              <a:t>- Code Review Harness repository: governance/reviewer-calibration-and-evolution.md; contracts/style-and-validation.md; agents/hierarchical-agent-architecture.md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outcomes as observable capabilities. Preview the 55-minute rhythm: mental model, worked example, instructor demonstration, prompt walkthrough, and knowledge check. Keep participation conversational and spend no more than four minutes here.</a:t>
            </a:r>
          </a:p>
          <a:p xmlns:a="http://schemas.openxmlformats.org/drawingml/2006/main">
            <a:r>
              <a:t/>
            </a:r>
          </a:p>
          <a:p xmlns:a="http://schemas.openxmlformats.org/drawingml/2006/main">
            <a:r>
              <a:t>[Sources]</a:t>
            </a:r>
          </a:p>
          <a:p xmlns:a="http://schemas.openxmlformats.org/drawingml/2006/main">
            <a:r>
              <a:t>- Code Review Harness repository: governance/reviewer-calibration-and-evolution.md; contracts/style-and-validation.md; agents/hierarchical-agent-architecture.md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four terms by asking learners to compare responsibilities, not definitions. For each card, ask: what can this thing guarantee, and what can it only attempt? Use the connecting marks to emphasize that the concepts cooperate but are not interchangeable. Invite learners to supply an example from familiar CI/CD tooling. Correct any answer that treats fluent language as proof of evidence, treats a workflow as a simple checklist, or treats the harness as merely a place to store prompts. End by having pairs explain the full mental model in sixty seconds without using the word “AI.”</a:t>
            </a:r>
          </a:p>
          <a:p xmlns:a="http://schemas.openxmlformats.org/drawingml/2006/main">
            <a:r>
              <a:t/>
            </a:r>
          </a:p>
          <a:p xmlns:a="http://schemas.openxmlformats.org/drawingml/2006/main">
            <a:r>
              <a:t>[Sources]</a:t>
            </a:r>
          </a:p>
          <a:p xmlns:a="http://schemas.openxmlformats.org/drawingml/2006/main">
            <a:r>
              <a:t>- Code Review Harness repository: governance/reviewer-calibration-and-evolution.md; contracts/style-and-validation.md; agents/hierarchical-agent-architecture.md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example from left to right. At each handoff ask the room to name the producer, artifact, contract, validation condition, and consumer. Pause before the final box and ask who has authority to act. If the session includes failure branches, show that a safe system records why progress stopped instead of hiding the gap or guessing. Use one concrete repository example—such as a dependency, a secret, or a release artifact—but keep the technical details secondary to the control flow. The goal is for learners to see causality and traceability, not memorize labels.</a:t>
            </a:r>
          </a:p>
          <a:p xmlns:a="http://schemas.openxmlformats.org/drawingml/2006/main">
            <a:r>
              <a:t/>
            </a:r>
          </a:p>
          <a:p xmlns:a="http://schemas.openxmlformats.org/drawingml/2006/main">
            <a:r>
              <a:t>[Sources]</a:t>
            </a:r>
          </a:p>
          <a:p xmlns:a="http://schemas.openxmlformats.org/drawingml/2006/main">
            <a:r>
              <a:t>- Code Review Harness repository: governance/reviewer-calibration-and-evolution.md; contracts/style-and-validation.md; agents/hierarchical-agent-architecture.md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this as a live instructor demonstration, not a learner exercise. Use one prepared repository example and narrate each decision shown on screen. Pause after each step for one evidence question from the room. Keep the demonstration to twelve minutes and preserve the before-and-after artifact for reference.</a:t>
            </a:r>
          </a:p>
          <a:p xmlns:a="http://schemas.openxmlformats.org/drawingml/2006/main">
            <a:r>
              <a:t/>
            </a:r>
          </a:p>
          <a:p xmlns:a="http://schemas.openxmlformats.org/drawingml/2006/main">
            <a:r>
              <a:t>[Sources]</a:t>
            </a:r>
          </a:p>
          <a:p xmlns:a="http://schemas.openxmlformats.org/drawingml/2006/main">
            <a:r>
              <a:t>- Code Review Harness repository: governance/reviewer-calibration-and-evolution.md; contracts/style-and-validation.md; agents/hierarchical-agent-architecture.md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six blocks using a prepared prompt fragment. For each block, cite the contract or role specification that justifies it, then show one unsafe omission and its smallest repair. Invite verbal predictions before revealing the corrected clause. Keep this instructor-led and finish in ten minutes.</a:t>
            </a:r>
          </a:p>
          <a:p xmlns:a="http://schemas.openxmlformats.org/drawingml/2006/main">
            <a:r>
              <a:t/>
            </a:r>
          </a:p>
          <a:p xmlns:a="http://schemas.openxmlformats.org/drawingml/2006/main">
            <a:r>
              <a:t>[Sources]</a:t>
            </a:r>
          </a:p>
          <a:p xmlns:a="http://schemas.openxmlformats.org/drawingml/2006/main">
            <a:r>
              <a:t>- Code Review Harness repository: governance/reviewer-calibration-and-evolution.md; contracts/style-and-validation.md; agents/hierarchical-agent-architecture.md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a two-minute knowledge check. Ask for one evidence-backed answer and one correction or refinement from the room. Close by connecting the session to the next topic. Do not assign a graded deliverable.</a:t>
            </a:r>
          </a:p>
          <a:p xmlns:a="http://schemas.openxmlformats.org/drawingml/2006/main">
            <a:r>
              <a:t/>
            </a:r>
          </a:p>
          <a:p xmlns:a="http://schemas.openxmlformats.org/drawingml/2006/main">
            <a:r>
              <a:t>[Sources]</a:t>
            </a:r>
          </a:p>
          <a:p xmlns:a="http://schemas.openxmlformats.org/drawingml/2006/main">
            <a:r>
              <a:t>- Code Review Harness repository: governance/reviewer-calibration-and-evolution.md; contracts/style-and-validation.md; agents/hierarchical-agent-architecture.md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352f7433aa454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ef1de22fc224755" /><Relationship Type="http://schemas.openxmlformats.org/officeDocument/2006/relationships/slideLayout" Target="/ppt/slideLayouts/slideLayout1.xml" Id="Rcdc826e6c9b8467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dc826e6c9b8467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0c847415af8413a" /><Relationship Type="http://schemas.openxmlformats.org/officeDocument/2006/relationships/notesSlide" Target="/ppt/notesSlides/notesSlide1.xml" Id="R1d3e011af34d410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269f543dd3f48c7" /><Relationship Type="http://schemas.openxmlformats.org/officeDocument/2006/relationships/notesSlide" Target="/ppt/notesSlides/notesSlide2.xml" Id="R82ef97e109db456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537c2ccfd18485d" /><Relationship Type="http://schemas.openxmlformats.org/officeDocument/2006/relationships/notesSlide" Target="/ppt/notesSlides/notesSlide3.xml" Id="R3bdde7774144481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87db03d2be14959" /><Relationship Type="http://schemas.openxmlformats.org/officeDocument/2006/relationships/notesSlide" Target="/ppt/notesSlides/notesSlide4.xml" Id="Rd936a4f6af10462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f4eb43bee584951" /><Relationship Type="http://schemas.openxmlformats.org/officeDocument/2006/relationships/notesSlide" Target="/ppt/notesSlides/notesSlide5.xml" Id="Rc5df2deff5b34a5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cfb2995fccf4a73" /><Relationship Type="http://schemas.openxmlformats.org/officeDocument/2006/relationships/notesSlide" Target="/ppt/notesSlides/notesSlide6.xml" Id="Redaf4040998b4a5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0765a7f74534dae" /><Relationship Type="http://schemas.openxmlformats.org/officeDocument/2006/relationships/notesSlide" Target="/ppt/notesSlides/notesSlide7.xml" Id="R3d11b764ff44470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4780ED9-00A6-47D5-9DB4-E1AC88675B25}"/>
              </a:ext>
            </a:extLst>
          </p:cNvPr>
          <p:cNvSpPr>
            <a:spLocks xmlns:a="http://schemas.openxmlformats.org/drawingml/2006/main" noGrp="1"/>
          </p:cNvSpPr>
          <p:nvPr/>
        </p:nvSpPr>
        <p:spPr>
          <a:xfrm xmlns:a="http://schemas.openxmlformats.org/drawingml/2006/main">
            <a:off x="7429500" y="0"/>
            <a:ext cx="4762500" cy="6858000"/>
          </a:xfrm>
          <a:prstGeom xmlns:a="http://schemas.openxmlformats.org/drawingml/2006/main" prst="roundRect">
            <a:avLst>
              <a:gd name="adj" fmla="val 1600"/>
            </a:avLst>
          </a:prstGeom>
          <a:solidFill xmlns:a="http://schemas.openxmlformats.org/drawingml/2006/main">
            <a:srgbClr val="EAF5FB"/>
          </a:solidFill>
          <a:ln xmlns:a="http://schemas.openxmlformats.org/drawingml/2006/main" w="9525">
            <a:solidFill>
              <a:srgbClr val="EAF5FB"/>
            </a:solidFill>
            <a:prstDash val="solid"/>
          </a:ln>
        </p:spPr>
      </p:sp>
      <p:sp>
        <p:nvSpPr>
          <p:cNvPr id="2" name="">
            <a:extLst xmlns:a="http://schemas.openxmlformats.org/drawingml/2006/main">
              <a:ext uri="{FF2B5EF4-FFF2-40B4-BE49-F238E27FC236}">
                <a16:creationId xmlns:a16="http://schemas.microsoft.com/office/drawing/2014/main" id="{C19CB290-275E-4235-A5F2-FF716D2B06EA}"/>
              </a:ext>
            </a:extLst>
          </p:cNvPr>
          <p:cNvSpPr>
            <a:spLocks xmlns:a="http://schemas.openxmlformats.org/drawingml/2006/main" noGrp="1"/>
          </p:cNvSpPr>
          <p:nvPr/>
        </p:nvSpPr>
        <p:spPr>
          <a:xfrm xmlns:a="http://schemas.openxmlformats.org/drawingml/2006/main">
            <a:off x="7429500" y="0"/>
            <a:ext cx="114300" cy="68580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3" name="">
            <a:extLst xmlns:a="http://schemas.openxmlformats.org/drawingml/2006/main">
              <a:ext uri="{FF2B5EF4-FFF2-40B4-BE49-F238E27FC236}">
                <a16:creationId xmlns:a16="http://schemas.microsoft.com/office/drawing/2014/main" id="{801A6F3E-FE06-406F-AEED-12E913670158}"/>
              </a:ext>
            </a:extLst>
          </p:cNvPr>
          <p:cNvSpPr>
            <a:spLocks xmlns:a="http://schemas.openxmlformats.org/drawingml/2006/main" noGrp="1"/>
          </p:cNvSpPr>
          <p:nvPr/>
        </p:nvSpPr>
        <p:spPr>
          <a:xfrm xmlns:a="http://schemas.openxmlformats.org/drawingml/2006/main">
            <a:off x="495300" y="4953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SESSION 06</a:t>
            </a:r>
          </a:p>
        </p:txBody>
      </p:sp>
      <p:sp>
        <p:nvSpPr>
          <p:cNvPr id="4" name="">
            <a:extLst xmlns:a="http://schemas.openxmlformats.org/drawingml/2006/main">
              <a:ext uri="{FF2B5EF4-FFF2-40B4-BE49-F238E27FC236}">
                <a16:creationId xmlns:a16="http://schemas.microsoft.com/office/drawing/2014/main" id="{2A3A98E9-A5DB-46A7-8A70-50B02EC9DAFE}"/>
              </a:ext>
            </a:extLst>
          </p:cNvPr>
          <p:cNvSpPr>
            <a:spLocks xmlns:a="http://schemas.openxmlformats.org/drawingml/2006/main" noGrp="1"/>
          </p:cNvSpPr>
          <p:nvPr/>
        </p:nvSpPr>
        <p:spPr>
          <a:xfrm xmlns:a="http://schemas.openxmlformats.org/drawingml/2006/main">
            <a:off x="495300" y="1428750"/>
            <a:ext cx="628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900" b="1">
                <a:solidFill>
                  <a:srgbClr val="111827"/>
                </a:solidFill>
                <a:latin typeface="Aptos"/>
                <a:ea typeface="Aptos"/>
                <a:cs typeface="Aptos"/>
              </a:defRPr>
            </a:pPr>
            <a:r>
              <a:rPr sz="3900" b="1">
                <a:solidFill>
                  <a:srgbClr val="111827"/>
                </a:solidFill>
                <a:latin typeface="Aptos"/>
                <a:ea typeface="Aptos"/>
                <a:cs typeface="Aptos"/>
              </a:rPr>
              <a:t>Evaluation, Evolution, and the Agent Prompt Playbook</a:t>
            </a:r>
          </a:p>
        </p:txBody>
      </p:sp>
      <p:sp>
        <p:nvSpPr>
          <p:cNvPr id="5" name="">
            <a:extLst xmlns:a="http://schemas.openxmlformats.org/drawingml/2006/main">
              <a:ext uri="{FF2B5EF4-FFF2-40B4-BE49-F238E27FC236}">
                <a16:creationId xmlns:a16="http://schemas.microsoft.com/office/drawing/2014/main" id="{7FAB5800-146C-4AB1-9578-0F2D2BEED8B5}"/>
              </a:ext>
            </a:extLst>
          </p:cNvPr>
          <p:cNvSpPr>
            <a:spLocks xmlns:a="http://schemas.openxmlformats.org/drawingml/2006/main" noGrp="1"/>
          </p:cNvSpPr>
          <p:nvPr/>
        </p:nvSpPr>
        <p:spPr>
          <a:xfrm xmlns:a="http://schemas.openxmlformats.org/drawingml/2006/main">
            <a:off x="495300" y="3952875"/>
            <a:ext cx="5905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52606D"/>
                </a:solidFill>
                <a:latin typeface="Aptos"/>
                <a:ea typeface="Aptos"/>
                <a:cs typeface="Aptos"/>
              </a:defRPr>
            </a:pPr>
            <a:r>
              <a:rPr sz="1875" b="0">
                <a:solidFill>
                  <a:srgbClr val="52606D"/>
                </a:solidFill>
                <a:latin typeface="Aptos"/>
                <a:ea typeface="Aptos"/>
                <a:cs typeface="Aptos"/>
              </a:rPr>
              <a:t>How do teams draft and improve every catalog prompt without losing control?</a:t>
            </a:r>
          </a:p>
        </p:txBody>
      </p:sp>
      <p:sp>
        <p:nvSpPr>
          <p:cNvPr id="6" name="">
            <a:extLst xmlns:a="http://schemas.openxmlformats.org/drawingml/2006/main">
              <a:ext uri="{FF2B5EF4-FFF2-40B4-BE49-F238E27FC236}">
                <a16:creationId xmlns:a16="http://schemas.microsoft.com/office/drawing/2014/main" id="{2B4308D4-3FF4-4270-926F-018F4F3C940C}"/>
              </a:ext>
            </a:extLst>
          </p:cNvPr>
          <p:cNvSpPr>
            <a:spLocks xmlns:a="http://schemas.openxmlformats.org/drawingml/2006/main" noGrp="1"/>
          </p:cNvSpPr>
          <p:nvPr/>
        </p:nvSpPr>
        <p:spPr>
          <a:xfrm xmlns:a="http://schemas.openxmlformats.org/drawingml/2006/main">
            <a:off x="8096250" y="1428750"/>
            <a:ext cx="31432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28A49CE7-BBE3-41AE-8E06-3B52CA8339B8}"/>
              </a:ext>
            </a:extLst>
          </p:cNvPr>
          <p:cNvSpPr>
            <a:spLocks xmlns:a="http://schemas.openxmlformats.org/drawingml/2006/main" noGrp="1"/>
          </p:cNvSpPr>
          <p:nvPr/>
        </p:nvSpPr>
        <p:spPr>
          <a:xfrm xmlns:a="http://schemas.openxmlformats.org/drawingml/2006/main">
            <a:off x="8429625" y="1762125"/>
            <a:ext cx="2476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050" b="1">
                <a:solidFill>
                  <a:srgbClr val="2E74B5"/>
                </a:solidFill>
                <a:latin typeface="Aptos"/>
                <a:ea typeface="Aptos"/>
                <a:cs typeface="Aptos"/>
              </a:defRPr>
            </a:pPr>
            <a:r>
              <a:rPr sz="7050" b="1">
                <a:solidFill>
                  <a:srgbClr val="2E74B5"/>
                </a:solidFill>
                <a:latin typeface="Aptos"/>
                <a:ea typeface="Aptos"/>
                <a:cs typeface="Aptos"/>
              </a:rPr>
              <a:t>06</a:t>
            </a:r>
          </a:p>
        </p:txBody>
      </p:sp>
      <p:sp>
        <p:nvSpPr>
          <p:cNvPr id="8" name="">
            <a:extLst xmlns:a="http://schemas.openxmlformats.org/drawingml/2006/main">
              <a:ext uri="{FF2B5EF4-FFF2-40B4-BE49-F238E27FC236}">
                <a16:creationId xmlns:a16="http://schemas.microsoft.com/office/drawing/2014/main" id="{E24BEEF3-80F6-46E6-A292-42AF67C455F2}"/>
              </a:ext>
            </a:extLst>
          </p:cNvPr>
          <p:cNvSpPr>
            <a:spLocks xmlns:a="http://schemas.openxmlformats.org/drawingml/2006/main" noGrp="1"/>
          </p:cNvSpPr>
          <p:nvPr/>
        </p:nvSpPr>
        <p:spPr>
          <a:xfrm xmlns:a="http://schemas.openxmlformats.org/drawingml/2006/main">
            <a:off x="8429625" y="3352800"/>
            <a:ext cx="247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EVIDENCE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CONTRACTS</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STATE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HUMAN AUTHORITY</a:t>
            </a:r>
          </a:p>
        </p:txBody>
      </p:sp>
      <p:sp>
        <p:nvSpPr>
          <p:cNvPr id="9" name="">
            <a:extLst xmlns:a="http://schemas.openxmlformats.org/drawingml/2006/main">
              <a:ext uri="{FF2B5EF4-FFF2-40B4-BE49-F238E27FC236}">
                <a16:creationId xmlns:a16="http://schemas.microsoft.com/office/drawing/2014/main" id="{D1E87BE7-6AEE-4901-AA4A-635EEC45E96A}"/>
              </a:ext>
            </a:extLst>
          </p:cNvPr>
          <p:cNvSpPr>
            <a:spLocks xmlns:a="http://schemas.openxmlformats.org/drawingml/2006/main" noGrp="1"/>
          </p:cNvSpPr>
          <p:nvPr/>
        </p:nvSpPr>
        <p:spPr>
          <a:xfrm xmlns:a="http://schemas.openxmlformats.org/drawingml/2006/main">
            <a:off x="495300" y="60960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Condensed Young Engineer Training Series • 55 minutes</a:t>
            </a:r>
          </a:p>
        </p:txBody>
      </p:sp>
    </p:spTree>
    <p:extLst>
      <p:ext uri="{BB962C8B-B14F-4D97-AF65-F5344CB8AC3E}">
        <p14:creationId xmlns:p14="http://schemas.microsoft.com/office/powerpoint/2010/main" val="23556919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DBDB9C40-5C35-46D4-BAE2-9CE3FBB59B96}"/>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SESSION 6 OUTCOMES</a:t>
            </a:r>
          </a:p>
        </p:txBody>
      </p:sp>
      <p:sp>
        <p:nvSpPr>
          <p:cNvPr id="2" name="">
            <a:extLst xmlns:a="http://schemas.openxmlformats.org/drawingml/2006/main">
              <a:ext uri="{FF2B5EF4-FFF2-40B4-BE49-F238E27FC236}">
                <a16:creationId xmlns:a16="http://schemas.microsoft.com/office/drawing/2014/main" id="{65E78D43-E861-43A1-8851-2F3211EBA423}"/>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By the end, learners can do three observable things</a:t>
            </a:r>
          </a:p>
        </p:txBody>
      </p:sp>
      <p:sp>
        <p:nvSpPr>
          <p:cNvPr id="3" name="">
            <a:extLst xmlns:a="http://schemas.openxmlformats.org/drawingml/2006/main">
              <a:ext uri="{FF2B5EF4-FFF2-40B4-BE49-F238E27FC236}">
                <a16:creationId xmlns:a16="http://schemas.microsoft.com/office/drawing/2014/main" id="{77E35A46-153A-413F-88F8-61834ABBB456}"/>
              </a:ext>
            </a:extLst>
          </p:cNvPr>
          <p:cNvSpPr>
            <a:spLocks xmlns:a="http://schemas.openxmlformats.org/drawingml/2006/main" noGrp="1"/>
          </p:cNvSpPr>
          <p:nvPr/>
        </p:nvSpPr>
        <p:spPr>
          <a:xfrm xmlns:a="http://schemas.openxmlformats.org/drawingml/2006/main">
            <a:off x="400050" y="1952625"/>
            <a:ext cx="6572250" cy="1000125"/>
          </a:xfrm>
          <a:prstGeom xmlns:a="http://schemas.openxmlformats.org/drawingml/2006/main" prst="roundRect">
            <a:avLst>
              <a:gd name="adj" fmla="val 1142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0D9947D8-E075-4316-9BDC-978C05D20080}"/>
              </a:ext>
            </a:extLst>
          </p:cNvPr>
          <p:cNvSpPr>
            <a:spLocks xmlns:a="http://schemas.openxmlformats.org/drawingml/2006/main" noGrp="1"/>
          </p:cNvSpPr>
          <p:nvPr/>
        </p:nvSpPr>
        <p:spPr>
          <a:xfrm xmlns:a="http://schemas.openxmlformats.org/drawingml/2006/main">
            <a:off x="628650" y="21717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AA487673-618C-4CFF-9664-21E2C0D793C1}"/>
              </a:ext>
            </a:extLst>
          </p:cNvPr>
          <p:cNvSpPr>
            <a:spLocks xmlns:a="http://schemas.openxmlformats.org/drawingml/2006/main" noGrp="1"/>
          </p:cNvSpPr>
          <p:nvPr/>
        </p:nvSpPr>
        <p:spPr>
          <a:xfrm xmlns:a="http://schemas.openxmlformats.org/drawingml/2006/main">
            <a:off x="1428750" y="21145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Evaluate grounding, boundaries, state, authority, and consumer fit</a:t>
            </a:r>
          </a:p>
        </p:txBody>
      </p:sp>
      <p:sp>
        <p:nvSpPr>
          <p:cNvPr id="6" name="">
            <a:extLst xmlns:a="http://schemas.openxmlformats.org/drawingml/2006/main">
              <a:ext uri="{FF2B5EF4-FFF2-40B4-BE49-F238E27FC236}">
                <a16:creationId xmlns:a16="http://schemas.microsoft.com/office/drawing/2014/main" id="{70B29201-57CF-4080-8469-2824F12C6DB3}"/>
              </a:ext>
            </a:extLst>
          </p:cNvPr>
          <p:cNvSpPr>
            <a:spLocks xmlns:a="http://schemas.openxmlformats.org/drawingml/2006/main" noGrp="1"/>
          </p:cNvSpPr>
          <p:nvPr/>
        </p:nvSpPr>
        <p:spPr>
          <a:xfrm xmlns:a="http://schemas.openxmlformats.org/drawingml/2006/main">
            <a:off x="400050" y="3209925"/>
            <a:ext cx="6572250" cy="1000125"/>
          </a:xfrm>
          <a:prstGeom xmlns:a="http://schemas.openxmlformats.org/drawingml/2006/main" prst="roundRect">
            <a:avLst>
              <a:gd name="adj" fmla="val 11429"/>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D9DAAF09-26CE-4355-BE66-11B983BD167E}"/>
              </a:ext>
            </a:extLst>
          </p:cNvPr>
          <p:cNvSpPr>
            <a:spLocks xmlns:a="http://schemas.openxmlformats.org/drawingml/2006/main" noGrp="1"/>
          </p:cNvSpPr>
          <p:nvPr/>
        </p:nvSpPr>
        <p:spPr>
          <a:xfrm xmlns:a="http://schemas.openxmlformats.org/drawingml/2006/main">
            <a:off x="628650" y="34290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99C54BD1-4F7D-46BE-9AFF-9F3A55C464E1}"/>
              </a:ext>
            </a:extLst>
          </p:cNvPr>
          <p:cNvSpPr>
            <a:spLocks xmlns:a="http://schemas.openxmlformats.org/drawingml/2006/main" noGrp="1"/>
          </p:cNvSpPr>
          <p:nvPr/>
        </p:nvSpPr>
        <p:spPr>
          <a:xfrm xmlns:a="http://schemas.openxmlformats.org/drawingml/2006/main">
            <a:off x="1428750" y="33718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Version prompt changes through controlled evidence</a:t>
            </a:r>
          </a:p>
        </p:txBody>
      </p:sp>
      <p:sp>
        <p:nvSpPr>
          <p:cNvPr id="9" name="">
            <a:extLst xmlns:a="http://schemas.openxmlformats.org/drawingml/2006/main">
              <a:ext uri="{FF2B5EF4-FFF2-40B4-BE49-F238E27FC236}">
                <a16:creationId xmlns:a16="http://schemas.microsoft.com/office/drawing/2014/main" id="{437B2ACF-3C0B-4055-AEB4-232893A1C063}"/>
              </a:ext>
            </a:extLst>
          </p:cNvPr>
          <p:cNvSpPr>
            <a:spLocks xmlns:a="http://schemas.openxmlformats.org/drawingml/2006/main" noGrp="1"/>
          </p:cNvSpPr>
          <p:nvPr/>
        </p:nvSpPr>
        <p:spPr>
          <a:xfrm xmlns:a="http://schemas.openxmlformats.org/drawingml/2006/main">
            <a:off x="400050" y="4467225"/>
            <a:ext cx="6572250" cy="1000125"/>
          </a:xfrm>
          <a:prstGeom xmlns:a="http://schemas.openxmlformats.org/drawingml/2006/main" prst="roundRect">
            <a:avLst>
              <a:gd name="adj" fmla="val 11429"/>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08CF7B04-569C-4873-A0CF-0BE869833312}"/>
              </a:ext>
            </a:extLst>
          </p:cNvPr>
          <p:cNvSpPr>
            <a:spLocks xmlns:a="http://schemas.openxmlformats.org/drawingml/2006/main" noGrp="1"/>
          </p:cNvSpPr>
          <p:nvPr/>
        </p:nvSpPr>
        <p:spPr>
          <a:xfrm xmlns:a="http://schemas.openxmlformats.org/drawingml/2006/main">
            <a:off x="628650" y="4686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A0CCFC36-F2BC-448F-A2E9-BFC062813E2E}"/>
              </a:ext>
            </a:extLst>
          </p:cNvPr>
          <p:cNvSpPr>
            <a:spLocks xmlns:a="http://schemas.openxmlformats.org/drawingml/2006/main" noGrp="1"/>
          </p:cNvSpPr>
          <p:nvPr/>
        </p:nvSpPr>
        <p:spPr>
          <a:xfrm xmlns:a="http://schemas.openxmlformats.org/drawingml/2006/main">
            <a:off x="1428750" y="46291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Apply one repeatable drafting playbook across all agent layers</a:t>
            </a:r>
          </a:p>
        </p:txBody>
      </p:sp>
      <p:sp>
        <p:nvSpPr>
          <p:cNvPr id="12" name="">
            <a:extLst xmlns:a="http://schemas.openxmlformats.org/drawingml/2006/main">
              <a:ext uri="{FF2B5EF4-FFF2-40B4-BE49-F238E27FC236}">
                <a16:creationId xmlns:a16="http://schemas.microsoft.com/office/drawing/2014/main" id="{181361D8-70FA-4A0B-B98A-9FDBEF59D153}"/>
              </a:ext>
            </a:extLst>
          </p:cNvPr>
          <p:cNvSpPr>
            <a:spLocks xmlns:a="http://schemas.openxmlformats.org/drawingml/2006/main" noGrp="1"/>
          </p:cNvSpPr>
          <p:nvPr/>
        </p:nvSpPr>
        <p:spPr>
          <a:xfrm xmlns:a="http://schemas.openxmlformats.org/drawingml/2006/main">
            <a:off x="7667625" y="19526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RUN OF SHOW</a:t>
            </a:r>
          </a:p>
        </p:txBody>
      </p:sp>
      <p:sp>
        <p:nvSpPr>
          <p:cNvPr id="13" name="">
            <a:extLst xmlns:a="http://schemas.openxmlformats.org/drawingml/2006/main">
              <a:ext uri="{FF2B5EF4-FFF2-40B4-BE49-F238E27FC236}">
                <a16:creationId xmlns:a16="http://schemas.microsoft.com/office/drawing/2014/main" id="{431244BA-B446-4F13-BCDE-83EA8D4C2D62}"/>
              </a:ext>
            </a:extLst>
          </p:cNvPr>
          <p:cNvSpPr>
            <a:spLocks xmlns:a="http://schemas.openxmlformats.org/drawingml/2006/main" noGrp="1"/>
          </p:cNvSpPr>
          <p:nvPr/>
        </p:nvSpPr>
        <p:spPr>
          <a:xfrm xmlns:a="http://schemas.openxmlformats.org/drawingml/2006/main">
            <a:off x="7848600" y="25050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4" name="">
            <a:extLst xmlns:a="http://schemas.openxmlformats.org/drawingml/2006/main">
              <a:ext uri="{FF2B5EF4-FFF2-40B4-BE49-F238E27FC236}">
                <a16:creationId xmlns:a16="http://schemas.microsoft.com/office/drawing/2014/main" id="{366A21FA-78CE-4720-8617-AEFA30D6F22E}"/>
              </a:ext>
            </a:extLst>
          </p:cNvPr>
          <p:cNvSpPr>
            <a:spLocks xmlns:a="http://schemas.openxmlformats.org/drawingml/2006/main" noGrp="1"/>
          </p:cNvSpPr>
          <p:nvPr/>
        </p:nvSpPr>
        <p:spPr>
          <a:xfrm xmlns:a="http://schemas.openxmlformats.org/drawingml/2006/main">
            <a:off x="7743825" y="2638425"/>
            <a:ext cx="228600" cy="228600"/>
          </a:xfrm>
          <a:prstGeom xmlns:a="http://schemas.openxmlformats.org/drawingml/2006/main" prst="ellipse">
            <a:avLst/>
          </a:prstGeom>
          <a:solidFill xmlns:a="http://schemas.openxmlformats.org/drawingml/2006/main">
            <a:srgbClr val="2E74B5"/>
          </a:solidFill>
          <a:ln xmlns:a="http://schemas.openxmlformats.org/drawingml/2006/main" w="19050">
            <a:solidFill>
              <a:srgbClr val="2E74B5"/>
            </a:solidFill>
            <a:prstDash val="solid"/>
          </a:ln>
        </p:spPr>
      </p:sp>
      <p:sp>
        <p:nvSpPr>
          <p:cNvPr id="15" name="">
            <a:extLst xmlns:a="http://schemas.openxmlformats.org/drawingml/2006/main">
              <a:ext uri="{FF2B5EF4-FFF2-40B4-BE49-F238E27FC236}">
                <a16:creationId xmlns:a16="http://schemas.microsoft.com/office/drawing/2014/main" id="{8DD168CB-AB74-4DB1-8CEE-9AA36469F5F4}"/>
              </a:ext>
            </a:extLst>
          </p:cNvPr>
          <p:cNvSpPr>
            <a:spLocks xmlns:a="http://schemas.openxmlformats.org/drawingml/2006/main" noGrp="1"/>
          </p:cNvSpPr>
          <p:nvPr/>
        </p:nvSpPr>
        <p:spPr>
          <a:xfrm xmlns:a="http://schemas.openxmlformats.org/drawingml/2006/main">
            <a:off x="8172450" y="25717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827"/>
                </a:solidFill>
                <a:latin typeface="Aptos"/>
                <a:ea typeface="Aptos"/>
                <a:cs typeface="Aptos"/>
              </a:defRPr>
            </a:pPr>
            <a:r>
              <a:rPr sz="1500" b="1">
                <a:solidFill>
                  <a:srgbClr val="111827"/>
                </a:solidFill>
                <a:latin typeface="Aptos"/>
                <a:ea typeface="Aptos"/>
                <a:cs typeface="Aptos"/>
              </a:rPr>
              <a:t>Mental model</a:t>
            </a:r>
          </a:p>
        </p:txBody>
      </p:sp>
      <p:sp>
        <p:nvSpPr>
          <p:cNvPr id="16" name="">
            <a:extLst xmlns:a="http://schemas.openxmlformats.org/drawingml/2006/main">
              <a:ext uri="{FF2B5EF4-FFF2-40B4-BE49-F238E27FC236}">
                <a16:creationId xmlns:a16="http://schemas.microsoft.com/office/drawing/2014/main" id="{13A29AC3-33BC-48AF-9518-510F65ED39D3}"/>
              </a:ext>
            </a:extLst>
          </p:cNvPr>
          <p:cNvSpPr>
            <a:spLocks xmlns:a="http://schemas.openxmlformats.org/drawingml/2006/main" noGrp="1"/>
          </p:cNvSpPr>
          <p:nvPr/>
        </p:nvSpPr>
        <p:spPr>
          <a:xfrm xmlns:a="http://schemas.openxmlformats.org/drawingml/2006/main">
            <a:off x="7848600" y="31908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E896E14E-EB1B-4C7B-B8AA-423D7805EEB3}"/>
              </a:ext>
            </a:extLst>
          </p:cNvPr>
          <p:cNvSpPr>
            <a:spLocks xmlns:a="http://schemas.openxmlformats.org/drawingml/2006/main" noGrp="1"/>
          </p:cNvSpPr>
          <p:nvPr/>
        </p:nvSpPr>
        <p:spPr>
          <a:xfrm xmlns:a="http://schemas.openxmlformats.org/drawingml/2006/main">
            <a:off x="7743825" y="33242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18" name="">
            <a:extLst xmlns:a="http://schemas.openxmlformats.org/drawingml/2006/main">
              <a:ext uri="{FF2B5EF4-FFF2-40B4-BE49-F238E27FC236}">
                <a16:creationId xmlns:a16="http://schemas.microsoft.com/office/drawing/2014/main" id="{0E040295-9740-491F-B232-E98F914DD467}"/>
              </a:ext>
            </a:extLst>
          </p:cNvPr>
          <p:cNvSpPr>
            <a:spLocks xmlns:a="http://schemas.openxmlformats.org/drawingml/2006/main" noGrp="1"/>
          </p:cNvSpPr>
          <p:nvPr/>
        </p:nvSpPr>
        <p:spPr>
          <a:xfrm xmlns:a="http://schemas.openxmlformats.org/drawingml/2006/main">
            <a:off x="8172450" y="32575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Worked example</a:t>
            </a:r>
          </a:p>
        </p:txBody>
      </p:sp>
      <p:sp>
        <p:nvSpPr>
          <p:cNvPr id="19" name="">
            <a:extLst xmlns:a="http://schemas.openxmlformats.org/drawingml/2006/main">
              <a:ext uri="{FF2B5EF4-FFF2-40B4-BE49-F238E27FC236}">
                <a16:creationId xmlns:a16="http://schemas.microsoft.com/office/drawing/2014/main" id="{995D6737-ACE9-4C5B-93D4-417C4BF10703}"/>
              </a:ext>
            </a:extLst>
          </p:cNvPr>
          <p:cNvSpPr>
            <a:spLocks xmlns:a="http://schemas.openxmlformats.org/drawingml/2006/main" noGrp="1"/>
          </p:cNvSpPr>
          <p:nvPr/>
        </p:nvSpPr>
        <p:spPr>
          <a:xfrm xmlns:a="http://schemas.openxmlformats.org/drawingml/2006/main">
            <a:off x="7848600" y="38766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77F711A6-659A-4203-8BA1-3D019987EC25}"/>
              </a:ext>
            </a:extLst>
          </p:cNvPr>
          <p:cNvSpPr>
            <a:spLocks xmlns:a="http://schemas.openxmlformats.org/drawingml/2006/main" noGrp="1"/>
          </p:cNvSpPr>
          <p:nvPr/>
        </p:nvSpPr>
        <p:spPr>
          <a:xfrm xmlns:a="http://schemas.openxmlformats.org/drawingml/2006/main">
            <a:off x="7743825" y="40100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1" name="">
            <a:extLst xmlns:a="http://schemas.openxmlformats.org/drawingml/2006/main">
              <a:ext uri="{FF2B5EF4-FFF2-40B4-BE49-F238E27FC236}">
                <a16:creationId xmlns:a16="http://schemas.microsoft.com/office/drawing/2014/main" id="{2B514F10-FB6E-4FE0-886F-D5C44ED40BC5}"/>
              </a:ext>
            </a:extLst>
          </p:cNvPr>
          <p:cNvSpPr>
            <a:spLocks xmlns:a="http://schemas.openxmlformats.org/drawingml/2006/main" noGrp="1"/>
          </p:cNvSpPr>
          <p:nvPr/>
        </p:nvSpPr>
        <p:spPr>
          <a:xfrm xmlns:a="http://schemas.openxmlformats.org/drawingml/2006/main">
            <a:off x="8172450" y="39433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Instructor demo</a:t>
            </a:r>
          </a:p>
        </p:txBody>
      </p:sp>
      <p:sp>
        <p:nvSpPr>
          <p:cNvPr id="22" name="">
            <a:extLst xmlns:a="http://schemas.openxmlformats.org/drawingml/2006/main">
              <a:ext uri="{FF2B5EF4-FFF2-40B4-BE49-F238E27FC236}">
                <a16:creationId xmlns:a16="http://schemas.microsoft.com/office/drawing/2014/main" id="{F68F0CC5-85CB-4A2B-AFCB-9A93BA31D73E}"/>
              </a:ext>
            </a:extLst>
          </p:cNvPr>
          <p:cNvSpPr>
            <a:spLocks xmlns:a="http://schemas.openxmlformats.org/drawingml/2006/main" noGrp="1"/>
          </p:cNvSpPr>
          <p:nvPr/>
        </p:nvSpPr>
        <p:spPr>
          <a:xfrm xmlns:a="http://schemas.openxmlformats.org/drawingml/2006/main">
            <a:off x="7848600" y="45624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66A8BB65-EC83-4F1E-A74F-5C0C3401E08D}"/>
              </a:ext>
            </a:extLst>
          </p:cNvPr>
          <p:cNvSpPr>
            <a:spLocks xmlns:a="http://schemas.openxmlformats.org/drawingml/2006/main" noGrp="1"/>
          </p:cNvSpPr>
          <p:nvPr/>
        </p:nvSpPr>
        <p:spPr>
          <a:xfrm xmlns:a="http://schemas.openxmlformats.org/drawingml/2006/main">
            <a:off x="7743825" y="46958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4" name="">
            <a:extLst xmlns:a="http://schemas.openxmlformats.org/drawingml/2006/main">
              <a:ext uri="{FF2B5EF4-FFF2-40B4-BE49-F238E27FC236}">
                <a16:creationId xmlns:a16="http://schemas.microsoft.com/office/drawing/2014/main" id="{22D8624A-23A3-497C-82F7-2758225878AC}"/>
              </a:ext>
            </a:extLst>
          </p:cNvPr>
          <p:cNvSpPr>
            <a:spLocks xmlns:a="http://schemas.openxmlformats.org/drawingml/2006/main" noGrp="1"/>
          </p:cNvSpPr>
          <p:nvPr/>
        </p:nvSpPr>
        <p:spPr>
          <a:xfrm xmlns:a="http://schemas.openxmlformats.org/drawingml/2006/main">
            <a:off x="8172450" y="46291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Prompt walkthrough</a:t>
            </a:r>
          </a:p>
        </p:txBody>
      </p:sp>
      <p:sp>
        <p:nvSpPr>
          <p:cNvPr id="25" name="">
            <a:extLst xmlns:a="http://schemas.openxmlformats.org/drawingml/2006/main">
              <a:ext uri="{FF2B5EF4-FFF2-40B4-BE49-F238E27FC236}">
                <a16:creationId xmlns:a16="http://schemas.microsoft.com/office/drawing/2014/main" id="{7055FAB9-2931-4C62-B22E-02D260646142}"/>
              </a:ext>
            </a:extLst>
          </p:cNvPr>
          <p:cNvSpPr>
            <a:spLocks xmlns:a="http://schemas.openxmlformats.org/drawingml/2006/main" noGrp="1"/>
          </p:cNvSpPr>
          <p:nvPr/>
        </p:nvSpPr>
        <p:spPr>
          <a:xfrm xmlns:a="http://schemas.openxmlformats.org/drawingml/2006/main">
            <a:off x="7848600" y="5248275"/>
            <a:ext cx="28575" cy="4953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6" name="">
            <a:extLst xmlns:a="http://schemas.openxmlformats.org/drawingml/2006/main">
              <a:ext uri="{FF2B5EF4-FFF2-40B4-BE49-F238E27FC236}">
                <a16:creationId xmlns:a16="http://schemas.microsoft.com/office/drawing/2014/main" id="{38B96F54-346B-4556-AD40-BD772F9EBF1D}"/>
              </a:ext>
            </a:extLst>
          </p:cNvPr>
          <p:cNvSpPr>
            <a:spLocks xmlns:a="http://schemas.openxmlformats.org/drawingml/2006/main" noGrp="1"/>
          </p:cNvSpPr>
          <p:nvPr/>
        </p:nvSpPr>
        <p:spPr>
          <a:xfrm xmlns:a="http://schemas.openxmlformats.org/drawingml/2006/main">
            <a:off x="7743825" y="53816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7" name="">
            <a:extLst xmlns:a="http://schemas.openxmlformats.org/drawingml/2006/main">
              <a:ext uri="{FF2B5EF4-FFF2-40B4-BE49-F238E27FC236}">
                <a16:creationId xmlns:a16="http://schemas.microsoft.com/office/drawing/2014/main" id="{B7B96934-BA85-43CE-96B4-C37FA89F41BC}"/>
              </a:ext>
            </a:extLst>
          </p:cNvPr>
          <p:cNvSpPr>
            <a:spLocks xmlns:a="http://schemas.openxmlformats.org/drawingml/2006/main" noGrp="1"/>
          </p:cNvSpPr>
          <p:nvPr/>
        </p:nvSpPr>
        <p:spPr>
          <a:xfrm xmlns:a="http://schemas.openxmlformats.org/drawingml/2006/main">
            <a:off x="8172450" y="53149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Knowledge check</a:t>
            </a:r>
          </a:p>
        </p:txBody>
      </p:sp>
      <p:sp>
        <p:nvSpPr>
          <p:cNvPr id="28" name="">
            <a:extLst xmlns:a="http://schemas.openxmlformats.org/drawingml/2006/main">
              <a:ext uri="{FF2B5EF4-FFF2-40B4-BE49-F238E27FC236}">
                <a16:creationId xmlns:a16="http://schemas.microsoft.com/office/drawing/2014/main" id="{BB49D62B-D417-47A6-9386-684A83EEC585}"/>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9" name="">
            <a:extLst xmlns:a="http://schemas.openxmlformats.org/drawingml/2006/main">
              <a:ext uri="{FF2B5EF4-FFF2-40B4-BE49-F238E27FC236}">
                <a16:creationId xmlns:a16="http://schemas.microsoft.com/office/drawing/2014/main" id="{69F7120B-00D6-4214-A9AB-66652C08FB60}"/>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06  •  CODE REVIEW HARNESS</a:t>
            </a:r>
          </a:p>
        </p:txBody>
      </p:sp>
      <p:sp>
        <p:nvSpPr>
          <p:cNvPr id="30" name="">
            <a:extLst xmlns:a="http://schemas.openxmlformats.org/drawingml/2006/main">
              <a:ext uri="{FF2B5EF4-FFF2-40B4-BE49-F238E27FC236}">
                <a16:creationId xmlns:a16="http://schemas.microsoft.com/office/drawing/2014/main" id="{3DAA0A85-600F-4A43-9DE6-5F13FCAF5645}"/>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02</a:t>
            </a:r>
          </a:p>
        </p:txBody>
      </p:sp>
    </p:spTree>
    <p:extLst>
      <p:ext uri="{BB962C8B-B14F-4D97-AF65-F5344CB8AC3E}">
        <p14:creationId xmlns:p14="http://schemas.microsoft.com/office/powerpoint/2010/main" val="514539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BC62AC4-0056-4D1B-8216-0715E3FF1B3C}"/>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MENTAL MODEL</a:t>
            </a:r>
          </a:p>
        </p:txBody>
      </p:sp>
      <p:sp>
        <p:nvSpPr>
          <p:cNvPr id="2" name="">
            <a:extLst xmlns:a="http://schemas.openxmlformats.org/drawingml/2006/main">
              <a:ext uri="{FF2B5EF4-FFF2-40B4-BE49-F238E27FC236}">
                <a16:creationId xmlns:a16="http://schemas.microsoft.com/office/drawing/2014/main" id="{2C277932-A8D6-4F19-85DE-D15CFDE811C3}"/>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One system, four distinct ideas</a:t>
            </a:r>
          </a:p>
        </p:txBody>
      </p:sp>
      <p:sp>
        <p:nvSpPr>
          <p:cNvPr id="3" name="">
            <a:extLst xmlns:a="http://schemas.openxmlformats.org/drawingml/2006/main">
              <a:ext uri="{FF2B5EF4-FFF2-40B4-BE49-F238E27FC236}">
                <a16:creationId xmlns:a16="http://schemas.microsoft.com/office/drawing/2014/main" id="{8282CD6F-6315-4CDB-A501-EEEE3B3EDBAF}"/>
              </a:ext>
            </a:extLst>
          </p:cNvPr>
          <p:cNvSpPr>
            <a:spLocks xmlns:a="http://schemas.openxmlformats.org/drawingml/2006/main" noGrp="1"/>
          </p:cNvSpPr>
          <p:nvPr/>
        </p:nvSpPr>
        <p:spPr>
          <a:xfrm xmlns:a="http://schemas.openxmlformats.org/drawingml/2006/main">
            <a:off x="400050" y="1952625"/>
            <a:ext cx="5381625" cy="1571625"/>
          </a:xfrm>
          <a:prstGeom xmlns:a="http://schemas.openxmlformats.org/drawingml/2006/main" prst="roundRect">
            <a:avLst>
              <a:gd name="adj" fmla="val 9697"/>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7EC50438-EC91-4CF1-B11A-9438103A0A74}"/>
              </a:ext>
            </a:extLst>
          </p:cNvPr>
          <p:cNvSpPr>
            <a:spLocks xmlns:a="http://schemas.openxmlformats.org/drawingml/2006/main" noGrp="1"/>
          </p:cNvSpPr>
          <p:nvPr/>
        </p:nvSpPr>
        <p:spPr>
          <a:xfrm xmlns:a="http://schemas.openxmlformats.org/drawingml/2006/main">
            <a:off x="66675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EVAL CASE</a:t>
            </a:r>
          </a:p>
        </p:txBody>
      </p:sp>
      <p:sp>
        <p:nvSpPr>
          <p:cNvPr id="5" name="">
            <a:extLst xmlns:a="http://schemas.openxmlformats.org/drawingml/2006/main">
              <a:ext uri="{FF2B5EF4-FFF2-40B4-BE49-F238E27FC236}">
                <a16:creationId xmlns:a16="http://schemas.microsoft.com/office/drawing/2014/main" id="{BBE98409-F450-40DB-A056-6BADB00B4BDB}"/>
              </a:ext>
            </a:extLst>
          </p:cNvPr>
          <p:cNvSpPr>
            <a:spLocks xmlns:a="http://schemas.openxmlformats.org/drawingml/2006/main" noGrp="1"/>
          </p:cNvSpPr>
          <p:nvPr/>
        </p:nvSpPr>
        <p:spPr>
          <a:xfrm xmlns:a="http://schemas.openxmlformats.org/drawingml/2006/main">
            <a:off x="66675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Input + expected invariant</a:t>
            </a:r>
          </a:p>
        </p:txBody>
      </p:sp>
      <p:sp>
        <p:nvSpPr>
          <p:cNvPr id="6" name="">
            <a:extLst xmlns:a="http://schemas.openxmlformats.org/drawingml/2006/main">
              <a:ext uri="{FF2B5EF4-FFF2-40B4-BE49-F238E27FC236}">
                <a16:creationId xmlns:a16="http://schemas.microsoft.com/office/drawing/2014/main" id="{26F60471-860B-4ABE-83BC-FA21EBA8B63C}"/>
              </a:ext>
            </a:extLst>
          </p:cNvPr>
          <p:cNvSpPr>
            <a:spLocks xmlns:a="http://schemas.openxmlformats.org/drawingml/2006/main" noGrp="1"/>
          </p:cNvSpPr>
          <p:nvPr/>
        </p:nvSpPr>
        <p:spPr>
          <a:xfrm xmlns:a="http://schemas.openxmlformats.org/drawingml/2006/main">
            <a:off x="6172200" y="1952625"/>
            <a:ext cx="5381625" cy="1571625"/>
          </a:xfrm>
          <a:prstGeom xmlns:a="http://schemas.openxmlformats.org/drawingml/2006/main" prst="roundRect">
            <a:avLst>
              <a:gd name="adj" fmla="val 9697"/>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D4D6D2B6-499B-4521-9238-E1C129181DA1}"/>
              </a:ext>
            </a:extLst>
          </p:cNvPr>
          <p:cNvSpPr>
            <a:spLocks xmlns:a="http://schemas.openxmlformats.org/drawingml/2006/main" noGrp="1"/>
          </p:cNvSpPr>
          <p:nvPr/>
        </p:nvSpPr>
        <p:spPr>
          <a:xfrm xmlns:a="http://schemas.openxmlformats.org/drawingml/2006/main">
            <a:off x="643890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CALIBRATION</a:t>
            </a:r>
          </a:p>
        </p:txBody>
      </p:sp>
      <p:sp>
        <p:nvSpPr>
          <p:cNvPr id="8" name="">
            <a:extLst xmlns:a="http://schemas.openxmlformats.org/drawingml/2006/main">
              <a:ext uri="{FF2B5EF4-FFF2-40B4-BE49-F238E27FC236}">
                <a16:creationId xmlns:a16="http://schemas.microsoft.com/office/drawing/2014/main" id="{CF27C203-1BB9-4C4B-894D-93EE1FE3EAC4}"/>
              </a:ext>
            </a:extLst>
          </p:cNvPr>
          <p:cNvSpPr>
            <a:spLocks xmlns:a="http://schemas.openxmlformats.org/drawingml/2006/main" noGrp="1"/>
          </p:cNvSpPr>
          <p:nvPr/>
        </p:nvSpPr>
        <p:spPr>
          <a:xfrm xmlns:a="http://schemas.openxmlformats.org/drawingml/2006/main">
            <a:off x="643890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Confidence matches support</a:t>
            </a:r>
          </a:p>
        </p:txBody>
      </p:sp>
      <p:sp>
        <p:nvSpPr>
          <p:cNvPr id="9" name="">
            <a:extLst xmlns:a="http://schemas.openxmlformats.org/drawingml/2006/main">
              <a:ext uri="{FF2B5EF4-FFF2-40B4-BE49-F238E27FC236}">
                <a16:creationId xmlns:a16="http://schemas.microsoft.com/office/drawing/2014/main" id="{8E9F156D-47D0-465B-A532-A917333B753C}"/>
              </a:ext>
            </a:extLst>
          </p:cNvPr>
          <p:cNvSpPr>
            <a:spLocks xmlns:a="http://schemas.openxmlformats.org/drawingml/2006/main" noGrp="1"/>
          </p:cNvSpPr>
          <p:nvPr/>
        </p:nvSpPr>
        <p:spPr>
          <a:xfrm xmlns:a="http://schemas.openxmlformats.org/drawingml/2006/main">
            <a:off x="400050" y="4000500"/>
            <a:ext cx="5381625" cy="1571625"/>
          </a:xfrm>
          <a:prstGeom xmlns:a="http://schemas.openxmlformats.org/drawingml/2006/main" prst="roundRect">
            <a:avLst>
              <a:gd name="adj" fmla="val 9697"/>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6EC2A6ED-CC5C-44F5-87FB-33CCF2197B07}"/>
              </a:ext>
            </a:extLst>
          </p:cNvPr>
          <p:cNvSpPr>
            <a:spLocks xmlns:a="http://schemas.openxmlformats.org/drawingml/2006/main" noGrp="1"/>
          </p:cNvSpPr>
          <p:nvPr/>
        </p:nvSpPr>
        <p:spPr>
          <a:xfrm xmlns:a="http://schemas.openxmlformats.org/drawingml/2006/main">
            <a:off x="66675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VERSION</a:t>
            </a:r>
          </a:p>
        </p:txBody>
      </p:sp>
      <p:sp>
        <p:nvSpPr>
          <p:cNvPr id="11" name="">
            <a:extLst xmlns:a="http://schemas.openxmlformats.org/drawingml/2006/main">
              <a:ext uri="{FF2B5EF4-FFF2-40B4-BE49-F238E27FC236}">
                <a16:creationId xmlns:a16="http://schemas.microsoft.com/office/drawing/2014/main" id="{C5E82C22-C614-4DF5-B788-C43D01C6221B}"/>
              </a:ext>
            </a:extLst>
          </p:cNvPr>
          <p:cNvSpPr>
            <a:spLocks xmlns:a="http://schemas.openxmlformats.org/drawingml/2006/main" noGrp="1"/>
          </p:cNvSpPr>
          <p:nvPr/>
        </p:nvSpPr>
        <p:spPr>
          <a:xfrm xmlns:a="http://schemas.openxmlformats.org/drawingml/2006/main">
            <a:off x="66675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Reviewed semantic change</a:t>
            </a:r>
          </a:p>
        </p:txBody>
      </p:sp>
      <p:sp>
        <p:nvSpPr>
          <p:cNvPr id="12" name="">
            <a:extLst xmlns:a="http://schemas.openxmlformats.org/drawingml/2006/main">
              <a:ext uri="{FF2B5EF4-FFF2-40B4-BE49-F238E27FC236}">
                <a16:creationId xmlns:a16="http://schemas.microsoft.com/office/drawing/2014/main" id="{8ED6B9B4-C0B1-4D7E-B626-95AC79CBF11F}"/>
              </a:ext>
            </a:extLst>
          </p:cNvPr>
          <p:cNvSpPr>
            <a:spLocks xmlns:a="http://schemas.openxmlformats.org/drawingml/2006/main" noGrp="1"/>
          </p:cNvSpPr>
          <p:nvPr/>
        </p:nvSpPr>
        <p:spPr>
          <a:xfrm xmlns:a="http://schemas.openxmlformats.org/drawingml/2006/main">
            <a:off x="6172200" y="4000500"/>
            <a:ext cx="5381625" cy="1571625"/>
          </a:xfrm>
          <a:prstGeom xmlns:a="http://schemas.openxmlformats.org/drawingml/2006/main" prst="roundRect">
            <a:avLst>
              <a:gd name="adj" fmla="val 9697"/>
            </a:avLst>
          </a:prstGeom>
          <a:solidFill xmlns:a="http://schemas.openxmlformats.org/drawingml/2006/main">
            <a:srgbClr val="FBEAEC"/>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8D266504-4482-4281-A9F6-445BF6A06FE7}"/>
              </a:ext>
            </a:extLst>
          </p:cNvPr>
          <p:cNvSpPr>
            <a:spLocks xmlns:a="http://schemas.openxmlformats.org/drawingml/2006/main" noGrp="1"/>
          </p:cNvSpPr>
          <p:nvPr/>
        </p:nvSpPr>
        <p:spPr>
          <a:xfrm xmlns:a="http://schemas.openxmlformats.org/drawingml/2006/main">
            <a:off x="643890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PLAYBOOK</a:t>
            </a:r>
          </a:p>
        </p:txBody>
      </p:sp>
      <p:sp>
        <p:nvSpPr>
          <p:cNvPr id="14" name="">
            <a:extLst xmlns:a="http://schemas.openxmlformats.org/drawingml/2006/main">
              <a:ext uri="{FF2B5EF4-FFF2-40B4-BE49-F238E27FC236}">
                <a16:creationId xmlns:a16="http://schemas.microsoft.com/office/drawing/2014/main" id="{26ACF5B4-5DC4-4D55-9D76-C1E86733F338}"/>
              </a:ext>
            </a:extLst>
          </p:cNvPr>
          <p:cNvSpPr>
            <a:spLocks xmlns:a="http://schemas.openxmlformats.org/drawingml/2006/main" noGrp="1"/>
          </p:cNvSpPr>
          <p:nvPr/>
        </p:nvSpPr>
        <p:spPr>
          <a:xfrm xmlns:a="http://schemas.openxmlformats.org/drawingml/2006/main">
            <a:off x="643890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Repeatable drafting sequence</a:t>
            </a:r>
          </a:p>
        </p:txBody>
      </p:sp>
      <p:sp>
        <p:nvSpPr>
          <p:cNvPr id="15" name="">
            <a:extLst xmlns:a="http://schemas.openxmlformats.org/drawingml/2006/main">
              <a:ext uri="{FF2B5EF4-FFF2-40B4-BE49-F238E27FC236}">
                <a16:creationId xmlns:a16="http://schemas.microsoft.com/office/drawing/2014/main" id="{CB4939A5-5B25-4A1A-B4CB-C30552EF538B}"/>
              </a:ext>
            </a:extLst>
          </p:cNvPr>
          <p:cNvSpPr>
            <a:spLocks xmlns:a="http://schemas.openxmlformats.org/drawingml/2006/main" noGrp="1"/>
          </p:cNvSpPr>
          <p:nvPr/>
        </p:nvSpPr>
        <p:spPr>
          <a:xfrm xmlns:a="http://schemas.openxmlformats.org/drawingml/2006/main">
            <a:off x="5857875" y="2552700"/>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6" name="">
            <a:extLst xmlns:a="http://schemas.openxmlformats.org/drawingml/2006/main">
              <a:ext uri="{FF2B5EF4-FFF2-40B4-BE49-F238E27FC236}">
                <a16:creationId xmlns:a16="http://schemas.microsoft.com/office/drawing/2014/main" id="{211D4EAF-BCC2-4F30-817C-ECD627C53F1F}"/>
              </a:ext>
            </a:extLst>
          </p:cNvPr>
          <p:cNvSpPr>
            <a:spLocks xmlns:a="http://schemas.openxmlformats.org/drawingml/2006/main" noGrp="1"/>
          </p:cNvSpPr>
          <p:nvPr/>
        </p:nvSpPr>
        <p:spPr>
          <a:xfrm xmlns:a="http://schemas.openxmlformats.org/drawingml/2006/main">
            <a:off x="5857875" y="4600575"/>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1A30FCA5-6186-48DC-85FB-2FBA346C6763}"/>
              </a:ext>
            </a:extLst>
          </p:cNvPr>
          <p:cNvSpPr>
            <a:spLocks xmlns:a="http://schemas.openxmlformats.org/drawingml/2006/main" noGrp="1"/>
          </p:cNvSpPr>
          <p:nvPr/>
        </p:nvSpPr>
        <p:spPr>
          <a:xfrm xmlns:a="http://schemas.openxmlformats.org/drawingml/2006/main">
            <a:off x="300037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46041936-2BD0-4422-BD2F-A4B7E24BDA9C}"/>
              </a:ext>
            </a:extLst>
          </p:cNvPr>
          <p:cNvSpPr>
            <a:spLocks xmlns:a="http://schemas.openxmlformats.org/drawingml/2006/main" noGrp="1"/>
          </p:cNvSpPr>
          <p:nvPr/>
        </p:nvSpPr>
        <p:spPr>
          <a:xfrm xmlns:a="http://schemas.openxmlformats.org/drawingml/2006/main">
            <a:off x="877252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9" name="">
            <a:extLst xmlns:a="http://schemas.openxmlformats.org/drawingml/2006/main">
              <a:ext uri="{FF2B5EF4-FFF2-40B4-BE49-F238E27FC236}">
                <a16:creationId xmlns:a16="http://schemas.microsoft.com/office/drawing/2014/main" id="{AB3DA5D2-3CEC-4771-A598-3E10F67550FB}"/>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A4C35395-A409-4CC0-B5D2-0FA2254E28B1}"/>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06  •  CODE REVIEW HARNESS</a:t>
            </a:r>
          </a:p>
        </p:txBody>
      </p:sp>
      <p:sp>
        <p:nvSpPr>
          <p:cNvPr id="21" name="">
            <a:extLst xmlns:a="http://schemas.openxmlformats.org/drawingml/2006/main">
              <a:ext uri="{FF2B5EF4-FFF2-40B4-BE49-F238E27FC236}">
                <a16:creationId xmlns:a16="http://schemas.microsoft.com/office/drawing/2014/main" id="{CDA15F58-2003-4416-9780-79F481E0920E}"/>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03</a:t>
            </a:r>
          </a:p>
        </p:txBody>
      </p:sp>
    </p:spTree>
    <p:extLst>
      <p:ext uri="{BB962C8B-B14F-4D97-AF65-F5344CB8AC3E}">
        <p14:creationId xmlns:p14="http://schemas.microsoft.com/office/powerpoint/2010/main" val="74076909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350A1527-8766-4552-A26A-CFB1A980B0C2}"/>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WORKED EXAMPLE</a:t>
            </a:r>
          </a:p>
        </p:txBody>
      </p:sp>
      <p:sp>
        <p:nvSpPr>
          <p:cNvPr id="2" name="">
            <a:extLst xmlns:a="http://schemas.openxmlformats.org/drawingml/2006/main">
              <a:ext uri="{FF2B5EF4-FFF2-40B4-BE49-F238E27FC236}">
                <a16:creationId xmlns:a16="http://schemas.microsoft.com/office/drawing/2014/main" id="{0B448525-6893-41DB-A82E-8532D7978ADB}"/>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A trustworthy result is a chain—not a clever paragraph</a:t>
            </a:r>
          </a:p>
        </p:txBody>
      </p:sp>
      <p:sp>
        <p:nvSpPr>
          <p:cNvPr id="3" name="">
            <a:extLst xmlns:a="http://schemas.openxmlformats.org/drawingml/2006/main">
              <a:ext uri="{FF2B5EF4-FFF2-40B4-BE49-F238E27FC236}">
                <a16:creationId xmlns:a16="http://schemas.microsoft.com/office/drawing/2014/main" id="{EEB55AD5-ED61-4A6E-ADC1-0ED579EEB742}"/>
              </a:ext>
            </a:extLst>
          </p:cNvPr>
          <p:cNvSpPr>
            <a:spLocks xmlns:a="http://schemas.openxmlformats.org/drawingml/2006/main" noGrp="1"/>
          </p:cNvSpPr>
          <p:nvPr/>
        </p:nvSpPr>
        <p:spPr>
          <a:xfrm xmlns:a="http://schemas.openxmlformats.org/drawingml/2006/main">
            <a:off x="40005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5257A886-CD51-419C-8EC6-FB4EBD6E56A2}"/>
              </a:ext>
            </a:extLst>
          </p:cNvPr>
          <p:cNvSpPr>
            <a:spLocks xmlns:a="http://schemas.openxmlformats.org/drawingml/2006/main" noGrp="1"/>
          </p:cNvSpPr>
          <p:nvPr/>
        </p:nvSpPr>
        <p:spPr>
          <a:xfrm xmlns:a="http://schemas.openxmlformats.org/drawingml/2006/main">
            <a:off x="5715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1</a:t>
            </a:r>
          </a:p>
        </p:txBody>
      </p:sp>
      <p:sp>
        <p:nvSpPr>
          <p:cNvPr id="5" name="">
            <a:extLst xmlns:a="http://schemas.openxmlformats.org/drawingml/2006/main">
              <a:ext uri="{FF2B5EF4-FFF2-40B4-BE49-F238E27FC236}">
                <a16:creationId xmlns:a16="http://schemas.microsoft.com/office/drawing/2014/main" id="{B53D65EB-B43B-4ED3-B873-9D412A1D1B57}"/>
              </a:ext>
            </a:extLst>
          </p:cNvPr>
          <p:cNvSpPr>
            <a:spLocks xmlns:a="http://schemas.openxmlformats.org/drawingml/2006/main" noGrp="1"/>
          </p:cNvSpPr>
          <p:nvPr/>
        </p:nvSpPr>
        <p:spPr>
          <a:xfrm xmlns:a="http://schemas.openxmlformats.org/drawingml/2006/main">
            <a:off x="5905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Select role</a:t>
            </a:r>
          </a:p>
        </p:txBody>
      </p:sp>
      <p:sp>
        <p:nvSpPr>
          <p:cNvPr id="6" name="">
            <a:extLst xmlns:a="http://schemas.openxmlformats.org/drawingml/2006/main">
              <a:ext uri="{FF2B5EF4-FFF2-40B4-BE49-F238E27FC236}">
                <a16:creationId xmlns:a16="http://schemas.microsoft.com/office/drawing/2014/main" id="{2CFC0706-ABC3-4A6E-80AA-021D604F5D78}"/>
              </a:ext>
            </a:extLst>
          </p:cNvPr>
          <p:cNvSpPr>
            <a:spLocks xmlns:a="http://schemas.openxmlformats.org/drawingml/2006/main" noGrp="1"/>
          </p:cNvSpPr>
          <p:nvPr/>
        </p:nvSpPr>
        <p:spPr>
          <a:xfrm xmlns:a="http://schemas.openxmlformats.org/drawingml/2006/main">
            <a:off x="243840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7" name="">
            <a:extLst xmlns:a="http://schemas.openxmlformats.org/drawingml/2006/main">
              <a:ext uri="{FF2B5EF4-FFF2-40B4-BE49-F238E27FC236}">
                <a16:creationId xmlns:a16="http://schemas.microsoft.com/office/drawing/2014/main" id="{97E8B7D0-CC28-41B3-83D1-669AFCA4192D}"/>
              </a:ext>
            </a:extLst>
          </p:cNvPr>
          <p:cNvSpPr>
            <a:spLocks xmlns:a="http://schemas.openxmlformats.org/drawingml/2006/main" noGrp="1"/>
          </p:cNvSpPr>
          <p:nvPr/>
        </p:nvSpPr>
        <p:spPr>
          <a:xfrm xmlns:a="http://schemas.openxmlformats.org/drawingml/2006/main">
            <a:off x="261937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8" name="">
            <a:extLst xmlns:a="http://schemas.openxmlformats.org/drawingml/2006/main">
              <a:ext uri="{FF2B5EF4-FFF2-40B4-BE49-F238E27FC236}">
                <a16:creationId xmlns:a16="http://schemas.microsoft.com/office/drawing/2014/main" id="{42D0D6D3-09BF-483C-BCBE-4A36D3BC316B}"/>
              </a:ext>
            </a:extLst>
          </p:cNvPr>
          <p:cNvSpPr>
            <a:spLocks xmlns:a="http://schemas.openxmlformats.org/drawingml/2006/main" noGrp="1"/>
          </p:cNvSpPr>
          <p:nvPr/>
        </p:nvSpPr>
        <p:spPr>
          <a:xfrm xmlns:a="http://schemas.openxmlformats.org/drawingml/2006/main">
            <a:off x="275272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35200D52-5607-4E26-9D70-373CAAD07D5E}"/>
              </a:ext>
            </a:extLst>
          </p:cNvPr>
          <p:cNvSpPr>
            <a:spLocks xmlns:a="http://schemas.openxmlformats.org/drawingml/2006/main" noGrp="1"/>
          </p:cNvSpPr>
          <p:nvPr/>
        </p:nvSpPr>
        <p:spPr>
          <a:xfrm xmlns:a="http://schemas.openxmlformats.org/drawingml/2006/main">
            <a:off x="292417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2</a:t>
            </a:r>
          </a:p>
        </p:txBody>
      </p:sp>
      <p:sp>
        <p:nvSpPr>
          <p:cNvPr id="10" name="">
            <a:extLst xmlns:a="http://schemas.openxmlformats.org/drawingml/2006/main">
              <a:ext uri="{FF2B5EF4-FFF2-40B4-BE49-F238E27FC236}">
                <a16:creationId xmlns:a16="http://schemas.microsoft.com/office/drawing/2014/main" id="{B35D7151-E252-4ACF-9CF2-9EC65FA32809}"/>
              </a:ext>
            </a:extLst>
          </p:cNvPr>
          <p:cNvSpPr>
            <a:spLocks xmlns:a="http://schemas.openxmlformats.org/drawingml/2006/main" noGrp="1"/>
          </p:cNvSpPr>
          <p:nvPr/>
        </p:nvSpPr>
        <p:spPr>
          <a:xfrm xmlns:a="http://schemas.openxmlformats.org/drawingml/2006/main">
            <a:off x="294322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Trace contracts</a:t>
            </a:r>
          </a:p>
        </p:txBody>
      </p:sp>
      <p:sp>
        <p:nvSpPr>
          <p:cNvPr id="11" name="">
            <a:extLst xmlns:a="http://schemas.openxmlformats.org/drawingml/2006/main">
              <a:ext uri="{FF2B5EF4-FFF2-40B4-BE49-F238E27FC236}">
                <a16:creationId xmlns:a16="http://schemas.microsoft.com/office/drawing/2014/main" id="{706C6D9A-A127-4ADD-9A68-2BC230ACECDD}"/>
              </a:ext>
            </a:extLst>
          </p:cNvPr>
          <p:cNvSpPr>
            <a:spLocks xmlns:a="http://schemas.openxmlformats.org/drawingml/2006/main" noGrp="1"/>
          </p:cNvSpPr>
          <p:nvPr/>
        </p:nvSpPr>
        <p:spPr>
          <a:xfrm xmlns:a="http://schemas.openxmlformats.org/drawingml/2006/main">
            <a:off x="479107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2" name="">
            <a:extLst xmlns:a="http://schemas.openxmlformats.org/drawingml/2006/main">
              <a:ext uri="{FF2B5EF4-FFF2-40B4-BE49-F238E27FC236}">
                <a16:creationId xmlns:a16="http://schemas.microsoft.com/office/drawing/2014/main" id="{142A0462-1BCD-47B9-B417-BE876AA0F184}"/>
              </a:ext>
            </a:extLst>
          </p:cNvPr>
          <p:cNvSpPr>
            <a:spLocks xmlns:a="http://schemas.openxmlformats.org/drawingml/2006/main" noGrp="1"/>
          </p:cNvSpPr>
          <p:nvPr/>
        </p:nvSpPr>
        <p:spPr>
          <a:xfrm xmlns:a="http://schemas.openxmlformats.org/drawingml/2006/main">
            <a:off x="497205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3" name="">
            <a:extLst xmlns:a="http://schemas.openxmlformats.org/drawingml/2006/main">
              <a:ext uri="{FF2B5EF4-FFF2-40B4-BE49-F238E27FC236}">
                <a16:creationId xmlns:a16="http://schemas.microsoft.com/office/drawing/2014/main" id="{F0C48D2C-86DF-4B74-9840-16B56A779F77}"/>
              </a:ext>
            </a:extLst>
          </p:cNvPr>
          <p:cNvSpPr>
            <a:spLocks xmlns:a="http://schemas.openxmlformats.org/drawingml/2006/main" noGrp="1"/>
          </p:cNvSpPr>
          <p:nvPr/>
        </p:nvSpPr>
        <p:spPr>
          <a:xfrm xmlns:a="http://schemas.openxmlformats.org/drawingml/2006/main">
            <a:off x="510540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5576DF6E-EE45-4C14-8E92-2A4952B5F401}"/>
              </a:ext>
            </a:extLst>
          </p:cNvPr>
          <p:cNvSpPr>
            <a:spLocks xmlns:a="http://schemas.openxmlformats.org/drawingml/2006/main" noGrp="1"/>
          </p:cNvSpPr>
          <p:nvPr/>
        </p:nvSpPr>
        <p:spPr>
          <a:xfrm xmlns:a="http://schemas.openxmlformats.org/drawingml/2006/main">
            <a:off x="527685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52C5DB2E-1C75-4276-807C-4B7CFAD0FF2E}"/>
              </a:ext>
            </a:extLst>
          </p:cNvPr>
          <p:cNvSpPr>
            <a:spLocks xmlns:a="http://schemas.openxmlformats.org/drawingml/2006/main" noGrp="1"/>
          </p:cNvSpPr>
          <p:nvPr/>
        </p:nvSpPr>
        <p:spPr>
          <a:xfrm xmlns:a="http://schemas.openxmlformats.org/drawingml/2006/main">
            <a:off x="529590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Draft prompt</a:t>
            </a:r>
          </a:p>
        </p:txBody>
      </p:sp>
      <p:sp>
        <p:nvSpPr>
          <p:cNvPr id="16" name="">
            <a:extLst xmlns:a="http://schemas.openxmlformats.org/drawingml/2006/main">
              <a:ext uri="{FF2B5EF4-FFF2-40B4-BE49-F238E27FC236}">
                <a16:creationId xmlns:a16="http://schemas.microsoft.com/office/drawing/2014/main" id="{2683B1DB-1093-4CB0-8B54-86E1187F27C0}"/>
              </a:ext>
            </a:extLst>
          </p:cNvPr>
          <p:cNvSpPr>
            <a:spLocks xmlns:a="http://schemas.openxmlformats.org/drawingml/2006/main" noGrp="1"/>
          </p:cNvSpPr>
          <p:nvPr/>
        </p:nvSpPr>
        <p:spPr>
          <a:xfrm xmlns:a="http://schemas.openxmlformats.org/drawingml/2006/main">
            <a:off x="714375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085AFF7E-0243-4F75-809E-699E5C46CEDD}"/>
              </a:ext>
            </a:extLst>
          </p:cNvPr>
          <p:cNvSpPr>
            <a:spLocks xmlns:a="http://schemas.openxmlformats.org/drawingml/2006/main" noGrp="1"/>
          </p:cNvSpPr>
          <p:nvPr/>
        </p:nvSpPr>
        <p:spPr>
          <a:xfrm xmlns:a="http://schemas.openxmlformats.org/drawingml/2006/main">
            <a:off x="732472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17C073DC-E91E-478C-BAE7-ED991D8F8F71}"/>
              </a:ext>
            </a:extLst>
          </p:cNvPr>
          <p:cNvSpPr>
            <a:spLocks xmlns:a="http://schemas.openxmlformats.org/drawingml/2006/main" noGrp="1"/>
          </p:cNvSpPr>
          <p:nvPr/>
        </p:nvSpPr>
        <p:spPr>
          <a:xfrm xmlns:a="http://schemas.openxmlformats.org/drawingml/2006/main">
            <a:off x="745807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1892EBD7-1A4B-4C61-8CEE-8C28CEE1108B}"/>
              </a:ext>
            </a:extLst>
          </p:cNvPr>
          <p:cNvSpPr>
            <a:spLocks xmlns:a="http://schemas.openxmlformats.org/drawingml/2006/main" noGrp="1"/>
          </p:cNvSpPr>
          <p:nvPr/>
        </p:nvSpPr>
        <p:spPr>
          <a:xfrm xmlns:a="http://schemas.openxmlformats.org/drawingml/2006/main">
            <a:off x="762952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EAF0A7D8-3E6C-4D04-AD61-653359F0A566}"/>
              </a:ext>
            </a:extLst>
          </p:cNvPr>
          <p:cNvSpPr>
            <a:spLocks xmlns:a="http://schemas.openxmlformats.org/drawingml/2006/main" noGrp="1"/>
          </p:cNvSpPr>
          <p:nvPr/>
        </p:nvSpPr>
        <p:spPr>
          <a:xfrm xmlns:a="http://schemas.openxmlformats.org/drawingml/2006/main">
            <a:off x="764857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Run cases</a:t>
            </a:r>
          </a:p>
        </p:txBody>
      </p:sp>
      <p:sp>
        <p:nvSpPr>
          <p:cNvPr id="21" name="">
            <a:extLst xmlns:a="http://schemas.openxmlformats.org/drawingml/2006/main">
              <a:ext uri="{FF2B5EF4-FFF2-40B4-BE49-F238E27FC236}">
                <a16:creationId xmlns:a16="http://schemas.microsoft.com/office/drawing/2014/main" id="{4042C88B-A414-4763-A398-B22223FA6624}"/>
              </a:ext>
            </a:extLst>
          </p:cNvPr>
          <p:cNvSpPr>
            <a:spLocks xmlns:a="http://schemas.openxmlformats.org/drawingml/2006/main" noGrp="1"/>
          </p:cNvSpPr>
          <p:nvPr/>
        </p:nvSpPr>
        <p:spPr>
          <a:xfrm xmlns:a="http://schemas.openxmlformats.org/drawingml/2006/main">
            <a:off x="949642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2" name="">
            <a:extLst xmlns:a="http://schemas.openxmlformats.org/drawingml/2006/main">
              <a:ext uri="{FF2B5EF4-FFF2-40B4-BE49-F238E27FC236}">
                <a16:creationId xmlns:a16="http://schemas.microsoft.com/office/drawing/2014/main" id="{8676E4EB-A18A-4D81-BFCE-F4A8459759B2}"/>
              </a:ext>
            </a:extLst>
          </p:cNvPr>
          <p:cNvSpPr>
            <a:spLocks xmlns:a="http://schemas.openxmlformats.org/drawingml/2006/main" noGrp="1"/>
          </p:cNvSpPr>
          <p:nvPr/>
        </p:nvSpPr>
        <p:spPr>
          <a:xfrm xmlns:a="http://schemas.openxmlformats.org/drawingml/2006/main">
            <a:off x="967740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23" name="">
            <a:extLst xmlns:a="http://schemas.openxmlformats.org/drawingml/2006/main">
              <a:ext uri="{FF2B5EF4-FFF2-40B4-BE49-F238E27FC236}">
                <a16:creationId xmlns:a16="http://schemas.microsoft.com/office/drawing/2014/main" id="{245536F3-2954-40D0-9FAE-26A97EDD7967}"/>
              </a:ext>
            </a:extLst>
          </p:cNvPr>
          <p:cNvSpPr>
            <a:spLocks xmlns:a="http://schemas.openxmlformats.org/drawingml/2006/main" noGrp="1"/>
          </p:cNvSpPr>
          <p:nvPr/>
        </p:nvSpPr>
        <p:spPr>
          <a:xfrm xmlns:a="http://schemas.openxmlformats.org/drawingml/2006/main">
            <a:off x="9810750" y="2476500"/>
            <a:ext cx="198120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C1CD73F1-400F-4491-8D2B-A15D630CB533}"/>
              </a:ext>
            </a:extLst>
          </p:cNvPr>
          <p:cNvSpPr>
            <a:spLocks xmlns:a="http://schemas.openxmlformats.org/drawingml/2006/main" noGrp="1"/>
          </p:cNvSpPr>
          <p:nvPr/>
        </p:nvSpPr>
        <p:spPr>
          <a:xfrm xmlns:a="http://schemas.openxmlformats.org/drawingml/2006/main">
            <a:off x="99822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5</a:t>
            </a:r>
          </a:p>
        </p:txBody>
      </p:sp>
      <p:sp>
        <p:nvSpPr>
          <p:cNvPr id="25" name="">
            <a:extLst xmlns:a="http://schemas.openxmlformats.org/drawingml/2006/main">
              <a:ext uri="{FF2B5EF4-FFF2-40B4-BE49-F238E27FC236}">
                <a16:creationId xmlns:a16="http://schemas.microsoft.com/office/drawing/2014/main" id="{4EA66BF4-650E-4CAC-A173-7A91BC9044F8}"/>
              </a:ext>
            </a:extLst>
          </p:cNvPr>
          <p:cNvSpPr>
            <a:spLocks xmlns:a="http://schemas.openxmlformats.org/drawingml/2006/main" noGrp="1"/>
          </p:cNvSpPr>
          <p:nvPr/>
        </p:nvSpPr>
        <p:spPr>
          <a:xfrm xmlns:a="http://schemas.openxmlformats.org/drawingml/2006/main">
            <a:off x="100012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Human review</a:t>
            </a:r>
          </a:p>
        </p:txBody>
      </p:sp>
      <p:sp>
        <p:nvSpPr>
          <p:cNvPr id="26" name="">
            <a:extLst xmlns:a="http://schemas.openxmlformats.org/drawingml/2006/main">
              <a:ext uri="{FF2B5EF4-FFF2-40B4-BE49-F238E27FC236}">
                <a16:creationId xmlns:a16="http://schemas.microsoft.com/office/drawing/2014/main" id="{596984E3-B5BC-4972-B218-3E46AA53D847}"/>
              </a:ext>
            </a:extLst>
          </p:cNvPr>
          <p:cNvSpPr>
            <a:spLocks xmlns:a="http://schemas.openxmlformats.org/drawingml/2006/main" noGrp="1"/>
          </p:cNvSpPr>
          <p:nvPr/>
        </p:nvSpPr>
        <p:spPr>
          <a:xfrm xmlns:a="http://schemas.openxmlformats.org/drawingml/2006/main">
            <a:off x="952500" y="46291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F4D78"/>
                </a:solidFill>
                <a:latin typeface="Aptos"/>
                <a:ea typeface="Aptos"/>
                <a:cs typeface="Aptos"/>
              </a:defRPr>
            </a:pPr>
            <a:r>
              <a:rPr sz="1575" b="1">
                <a:solidFill>
                  <a:srgbClr val="1F4D78"/>
                </a:solidFill>
                <a:latin typeface="Aptos"/>
                <a:ea typeface="Aptos"/>
                <a:cs typeface="Aptos"/>
              </a:rPr>
              <a:t>At every handoff: preserve identity, provenance, coverage, confidence, and consumer intent.</a:t>
            </a:r>
          </a:p>
        </p:txBody>
      </p:sp>
      <p:sp>
        <p:nvSpPr>
          <p:cNvPr id="27" name="">
            <a:extLst xmlns:a="http://schemas.openxmlformats.org/drawingml/2006/main">
              <a:ext uri="{FF2B5EF4-FFF2-40B4-BE49-F238E27FC236}">
                <a16:creationId xmlns:a16="http://schemas.microsoft.com/office/drawing/2014/main" id="{4E2A5A22-396E-4321-BBDD-ED4E92490B11}"/>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8" name="">
            <a:extLst xmlns:a="http://schemas.openxmlformats.org/drawingml/2006/main">
              <a:ext uri="{FF2B5EF4-FFF2-40B4-BE49-F238E27FC236}">
                <a16:creationId xmlns:a16="http://schemas.microsoft.com/office/drawing/2014/main" id="{5ADA5DE7-1AEC-4314-8AF2-40B43694C8AC}"/>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06  •  CODE REVIEW HARNESS</a:t>
            </a:r>
          </a:p>
        </p:txBody>
      </p:sp>
      <p:sp>
        <p:nvSpPr>
          <p:cNvPr id="29" name="">
            <a:extLst xmlns:a="http://schemas.openxmlformats.org/drawingml/2006/main">
              <a:ext uri="{FF2B5EF4-FFF2-40B4-BE49-F238E27FC236}">
                <a16:creationId xmlns:a16="http://schemas.microsoft.com/office/drawing/2014/main" id="{3F2805E0-963D-4EAF-9F66-79A5428683C4}"/>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04</a:t>
            </a:r>
          </a:p>
        </p:txBody>
      </p:sp>
    </p:spTree>
    <p:extLst>
      <p:ext uri="{BB962C8B-B14F-4D97-AF65-F5344CB8AC3E}">
        <p14:creationId xmlns:p14="http://schemas.microsoft.com/office/powerpoint/2010/main" val="187208487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0302F3C-19FC-48EA-8BF4-7F4E98385B31}"/>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INSTRUCTOR DEMONSTRATION</a:t>
            </a:r>
          </a:p>
        </p:txBody>
      </p:sp>
      <p:sp>
        <p:nvSpPr>
          <p:cNvPr id="2" name="">
            <a:extLst xmlns:a="http://schemas.openxmlformats.org/drawingml/2006/main">
              <a:ext uri="{FF2B5EF4-FFF2-40B4-BE49-F238E27FC236}">
                <a16:creationId xmlns:a16="http://schemas.microsoft.com/office/drawing/2014/main" id="{86ABE7D7-E9A6-4426-A0AC-F83431F68394}"/>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See the control in action</a:t>
            </a:r>
          </a:p>
        </p:txBody>
      </p:sp>
      <p:sp>
        <p:nvSpPr>
          <p:cNvPr id="3" name="">
            <a:extLst xmlns:a="http://schemas.openxmlformats.org/drawingml/2006/main">
              <a:ext uri="{FF2B5EF4-FFF2-40B4-BE49-F238E27FC236}">
                <a16:creationId xmlns:a16="http://schemas.microsoft.com/office/drawing/2014/main" id="{DF6C39ED-2E80-40FD-9123-21ED676FCC15}"/>
              </a:ext>
            </a:extLst>
          </p:cNvPr>
          <p:cNvSpPr>
            <a:spLocks xmlns:a="http://schemas.openxmlformats.org/drawingml/2006/main" noGrp="1"/>
          </p:cNvSpPr>
          <p:nvPr/>
        </p:nvSpPr>
        <p:spPr>
          <a:xfrm xmlns:a="http://schemas.openxmlformats.org/drawingml/2006/main">
            <a:off x="400050" y="1809750"/>
            <a:ext cx="11391900" cy="1714500"/>
          </a:xfrm>
          <a:prstGeom xmlns:a="http://schemas.openxmlformats.org/drawingml/2006/main" prst="roundRect">
            <a:avLst>
              <a:gd name="adj" fmla="val 888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C4E08004-65C0-4CB8-A18A-82612A6E51BE}"/>
              </a:ext>
            </a:extLst>
          </p:cNvPr>
          <p:cNvSpPr>
            <a:spLocks xmlns:a="http://schemas.openxmlformats.org/drawingml/2006/main" noGrp="1"/>
          </p:cNvSpPr>
          <p:nvPr/>
        </p:nvSpPr>
        <p:spPr>
          <a:xfrm xmlns:a="http://schemas.openxmlformats.org/drawingml/2006/main">
            <a:off x="723900" y="20955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LIVE WALKTHROUGH</a:t>
            </a:r>
          </a:p>
        </p:txBody>
      </p:sp>
      <p:sp>
        <p:nvSpPr>
          <p:cNvPr id="5" name="">
            <a:extLst xmlns:a="http://schemas.openxmlformats.org/drawingml/2006/main">
              <a:ext uri="{FF2B5EF4-FFF2-40B4-BE49-F238E27FC236}">
                <a16:creationId xmlns:a16="http://schemas.microsoft.com/office/drawing/2014/main" id="{09EFC47B-E3E8-4618-977A-3D88FB796E37}"/>
              </a:ext>
            </a:extLst>
          </p:cNvPr>
          <p:cNvSpPr>
            <a:spLocks xmlns:a="http://schemas.openxmlformats.org/drawingml/2006/main" noGrp="1"/>
          </p:cNvSpPr>
          <p:nvPr/>
        </p:nvSpPr>
        <p:spPr>
          <a:xfrm xmlns:a="http://schemas.openxmlformats.org/drawingml/2006/main">
            <a:off x="723900" y="2524125"/>
            <a:ext cx="1057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025" b="1">
                <a:solidFill>
                  <a:srgbClr val="111827"/>
                </a:solidFill>
                <a:latin typeface="Aptos"/>
                <a:ea typeface="Aptos"/>
                <a:cs typeface="Aptos"/>
              </a:defRPr>
            </a:pPr>
            <a:r>
              <a:rPr sz="2025" b="1">
                <a:solidFill>
                  <a:srgbClr val="111827"/>
                </a:solidFill>
                <a:latin typeface="Aptos"/>
                <a:ea typeface="Aptos"/>
                <a:cs typeface="Aptos"/>
              </a:rPr>
              <a:t>Compare two prompt versions and show how evidence supports—or rejects—the proposed change.</a:t>
            </a:r>
          </a:p>
        </p:txBody>
      </p:sp>
      <p:sp>
        <p:nvSpPr>
          <p:cNvPr id="6" name="">
            <a:extLst xmlns:a="http://schemas.openxmlformats.org/drawingml/2006/main">
              <a:ext uri="{FF2B5EF4-FFF2-40B4-BE49-F238E27FC236}">
                <a16:creationId xmlns:a16="http://schemas.microsoft.com/office/drawing/2014/main" id="{28384BB2-5751-42C9-82A9-D684F755D2A6}"/>
              </a:ext>
            </a:extLst>
          </p:cNvPr>
          <p:cNvSpPr>
            <a:spLocks xmlns:a="http://schemas.openxmlformats.org/drawingml/2006/main" noGrp="1"/>
          </p:cNvSpPr>
          <p:nvPr/>
        </p:nvSpPr>
        <p:spPr>
          <a:xfrm xmlns:a="http://schemas.openxmlformats.org/drawingml/2006/main">
            <a:off x="400050" y="3905250"/>
            <a:ext cx="356235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450FDF14-2AC2-4139-B023-A4F28E68036D}"/>
              </a:ext>
            </a:extLst>
          </p:cNvPr>
          <p:cNvSpPr>
            <a:spLocks xmlns:a="http://schemas.openxmlformats.org/drawingml/2006/main" noGrp="1"/>
          </p:cNvSpPr>
          <p:nvPr/>
        </p:nvSpPr>
        <p:spPr>
          <a:xfrm xmlns:a="http://schemas.openxmlformats.org/drawingml/2006/main">
            <a:off x="62865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48C40AA2-B160-43C5-B86B-A416C7256366}"/>
              </a:ext>
            </a:extLst>
          </p:cNvPr>
          <p:cNvSpPr>
            <a:spLocks xmlns:a="http://schemas.openxmlformats.org/drawingml/2006/main" noGrp="1"/>
          </p:cNvSpPr>
          <p:nvPr/>
        </p:nvSpPr>
        <p:spPr>
          <a:xfrm xmlns:a="http://schemas.openxmlformats.org/drawingml/2006/main">
            <a:off x="62865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Run same cases</a:t>
            </a:r>
          </a:p>
        </p:txBody>
      </p:sp>
      <p:sp>
        <p:nvSpPr>
          <p:cNvPr id="9" name="">
            <a:extLst xmlns:a="http://schemas.openxmlformats.org/drawingml/2006/main">
              <a:ext uri="{FF2B5EF4-FFF2-40B4-BE49-F238E27FC236}">
                <a16:creationId xmlns:a16="http://schemas.microsoft.com/office/drawing/2014/main" id="{9D4341EF-6069-4D13-8174-456B00ED93C2}"/>
              </a:ext>
            </a:extLst>
          </p:cNvPr>
          <p:cNvSpPr>
            <a:spLocks xmlns:a="http://schemas.openxmlformats.org/drawingml/2006/main" noGrp="1"/>
          </p:cNvSpPr>
          <p:nvPr/>
        </p:nvSpPr>
        <p:spPr>
          <a:xfrm xmlns:a="http://schemas.openxmlformats.org/drawingml/2006/main">
            <a:off x="4314825" y="3905250"/>
            <a:ext cx="3562350" cy="1571625"/>
          </a:xfrm>
          <a:prstGeom xmlns:a="http://schemas.openxmlformats.org/drawingml/2006/main" prst="roundRect">
            <a:avLst>
              <a:gd name="adj" fmla="val 7273"/>
            </a:avLst>
          </a:prstGeom>
          <a:solidFill xmlns:a="http://schemas.openxmlformats.org/drawingml/2006/main">
            <a:srgbClr val="EAF5EE"/>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BCF3227D-F766-433D-9102-4D58C1A81378}"/>
              </a:ext>
            </a:extLst>
          </p:cNvPr>
          <p:cNvSpPr>
            <a:spLocks xmlns:a="http://schemas.openxmlformats.org/drawingml/2006/main" noGrp="1"/>
          </p:cNvSpPr>
          <p:nvPr/>
        </p:nvSpPr>
        <p:spPr>
          <a:xfrm xmlns:a="http://schemas.openxmlformats.org/drawingml/2006/main">
            <a:off x="4543425"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BA00C7FD-3A70-4FEF-BA47-42BDFCF2F0F4}"/>
              </a:ext>
            </a:extLst>
          </p:cNvPr>
          <p:cNvSpPr>
            <a:spLocks xmlns:a="http://schemas.openxmlformats.org/drawingml/2006/main" noGrp="1"/>
          </p:cNvSpPr>
          <p:nvPr/>
        </p:nvSpPr>
        <p:spPr>
          <a:xfrm xmlns:a="http://schemas.openxmlformats.org/drawingml/2006/main">
            <a:off x="4543425"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Compare regressions</a:t>
            </a:r>
          </a:p>
        </p:txBody>
      </p:sp>
      <p:sp>
        <p:nvSpPr>
          <p:cNvPr id="12" name="">
            <a:extLst xmlns:a="http://schemas.openxmlformats.org/drawingml/2006/main">
              <a:ext uri="{FF2B5EF4-FFF2-40B4-BE49-F238E27FC236}">
                <a16:creationId xmlns:a16="http://schemas.microsoft.com/office/drawing/2014/main" id="{CE513F27-1737-4C1B-88AD-6DDCBC42616C}"/>
              </a:ext>
            </a:extLst>
          </p:cNvPr>
          <p:cNvSpPr>
            <a:spLocks xmlns:a="http://schemas.openxmlformats.org/drawingml/2006/main" noGrp="1"/>
          </p:cNvSpPr>
          <p:nvPr/>
        </p:nvSpPr>
        <p:spPr>
          <a:xfrm xmlns:a="http://schemas.openxmlformats.org/drawingml/2006/main">
            <a:off x="8229600" y="3905250"/>
            <a:ext cx="356235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93360AE7-55F0-45EC-A27C-9111AC61415C}"/>
              </a:ext>
            </a:extLst>
          </p:cNvPr>
          <p:cNvSpPr>
            <a:spLocks xmlns:a="http://schemas.openxmlformats.org/drawingml/2006/main" noGrp="1"/>
          </p:cNvSpPr>
          <p:nvPr/>
        </p:nvSpPr>
        <p:spPr>
          <a:xfrm xmlns:a="http://schemas.openxmlformats.org/drawingml/2006/main">
            <a:off x="845820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4E9EBE23-C4D2-474F-BC89-9EA892EC116F}"/>
              </a:ext>
            </a:extLst>
          </p:cNvPr>
          <p:cNvSpPr>
            <a:spLocks xmlns:a="http://schemas.openxmlformats.org/drawingml/2006/main" noGrp="1"/>
          </p:cNvSpPr>
          <p:nvPr/>
        </p:nvSpPr>
        <p:spPr>
          <a:xfrm xmlns:a="http://schemas.openxmlformats.org/drawingml/2006/main">
            <a:off x="845820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Record disposition</a:t>
            </a:r>
          </a:p>
        </p:txBody>
      </p:sp>
      <p:sp>
        <p:nvSpPr>
          <p:cNvPr id="15" name="">
            <a:extLst xmlns:a="http://schemas.openxmlformats.org/drawingml/2006/main">
              <a:ext uri="{FF2B5EF4-FFF2-40B4-BE49-F238E27FC236}">
                <a16:creationId xmlns:a16="http://schemas.microsoft.com/office/drawing/2014/main" id="{CAEDF030-F435-47A8-94FE-28DD1AB47EB5}"/>
              </a:ext>
            </a:extLst>
          </p:cNvPr>
          <p:cNvSpPr>
            <a:spLocks xmlns:a="http://schemas.openxmlformats.org/drawingml/2006/main" noGrp="1"/>
          </p:cNvSpPr>
          <p:nvPr/>
        </p:nvSpPr>
        <p:spPr>
          <a:xfrm xmlns:a="http://schemas.openxmlformats.org/drawingml/2006/main">
            <a:off x="400050" y="58674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Suggested timing: 2 min setup • 7 min walkthrough • 3 min questions</a:t>
            </a:r>
          </a:p>
        </p:txBody>
      </p:sp>
      <p:sp>
        <p:nvSpPr>
          <p:cNvPr id="16" name="">
            <a:extLst xmlns:a="http://schemas.openxmlformats.org/drawingml/2006/main">
              <a:ext uri="{FF2B5EF4-FFF2-40B4-BE49-F238E27FC236}">
                <a16:creationId xmlns:a16="http://schemas.microsoft.com/office/drawing/2014/main" id="{5ED4EB30-725D-4F30-8C6F-DF0D607162CA}"/>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562A57A7-CDBF-4480-827A-D8B41B29A131}"/>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06  •  CODE REVIEW HARNESS</a:t>
            </a:r>
          </a:p>
        </p:txBody>
      </p:sp>
      <p:sp>
        <p:nvSpPr>
          <p:cNvPr id="18" name="">
            <a:extLst xmlns:a="http://schemas.openxmlformats.org/drawingml/2006/main">
              <a:ext uri="{FF2B5EF4-FFF2-40B4-BE49-F238E27FC236}">
                <a16:creationId xmlns:a16="http://schemas.microsoft.com/office/drawing/2014/main" id="{80E034E0-5EE9-4837-9D63-CDC53915B951}"/>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05</a:t>
            </a:r>
          </a:p>
        </p:txBody>
      </p:sp>
    </p:spTree>
    <p:extLst>
      <p:ext uri="{BB962C8B-B14F-4D97-AF65-F5344CB8AC3E}">
        <p14:creationId xmlns:p14="http://schemas.microsoft.com/office/powerpoint/2010/main" val="127418759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A78DC4D8-32F5-4F4F-931E-17D03CF1456E}"/>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PROMPT DESIGN WALKTHROUGH</a:t>
            </a:r>
          </a:p>
        </p:txBody>
      </p:sp>
      <p:sp>
        <p:nvSpPr>
          <p:cNvPr id="2" name="">
            <a:extLst xmlns:a="http://schemas.openxmlformats.org/drawingml/2006/main">
              <a:ext uri="{FF2B5EF4-FFF2-40B4-BE49-F238E27FC236}">
                <a16:creationId xmlns:a16="http://schemas.microsoft.com/office/drawing/2014/main" id="{7F2A16BD-0DA1-40B5-9FBC-E2227FCDA565}"/>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Turn the contract into executable prompt behavior</a:t>
            </a:r>
          </a:p>
        </p:txBody>
      </p:sp>
      <p:sp>
        <p:nvSpPr>
          <p:cNvPr id="3" name="">
            <a:extLst xmlns:a="http://schemas.openxmlformats.org/drawingml/2006/main">
              <a:ext uri="{FF2B5EF4-FFF2-40B4-BE49-F238E27FC236}">
                <a16:creationId xmlns:a16="http://schemas.microsoft.com/office/drawing/2014/main" id="{B25EAC9C-D97D-4442-A83B-0683DE7B0F15}"/>
              </a:ext>
            </a:extLst>
          </p:cNvPr>
          <p:cNvSpPr>
            <a:spLocks xmlns:a="http://schemas.openxmlformats.org/drawingml/2006/main" noGrp="1"/>
          </p:cNvSpPr>
          <p:nvPr/>
        </p:nvSpPr>
        <p:spPr>
          <a:xfrm xmlns:a="http://schemas.openxmlformats.org/drawingml/2006/main">
            <a:off x="400050" y="1666875"/>
            <a:ext cx="11391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827"/>
                </a:solidFill>
                <a:latin typeface="Aptos"/>
                <a:ea typeface="Aptos"/>
                <a:cs typeface="Aptos"/>
              </a:defRPr>
            </a:pPr>
            <a:r>
              <a:rPr sz="1875" b="1">
                <a:solidFill>
                  <a:srgbClr val="111827"/>
                </a:solidFill>
                <a:latin typeface="Aptos"/>
                <a:ea typeface="Aptos"/>
                <a:cs typeface="Aptos"/>
              </a:rPr>
              <a:t>Apply the universal template while preserving each layer’s distinct authority and consumers.</a:t>
            </a:r>
          </a:p>
        </p:txBody>
      </p:sp>
      <p:sp>
        <p:nvSpPr>
          <p:cNvPr id="4" name="">
            <a:extLst xmlns:a="http://schemas.openxmlformats.org/drawingml/2006/main">
              <a:ext uri="{FF2B5EF4-FFF2-40B4-BE49-F238E27FC236}">
                <a16:creationId xmlns:a16="http://schemas.microsoft.com/office/drawing/2014/main" id="{8ABC3828-07E9-4F78-B934-56D1B7049ADD}"/>
              </a:ext>
            </a:extLst>
          </p:cNvPr>
          <p:cNvSpPr>
            <a:spLocks xmlns:a="http://schemas.openxmlformats.org/drawingml/2006/main" noGrp="1"/>
          </p:cNvSpPr>
          <p:nvPr/>
        </p:nvSpPr>
        <p:spPr>
          <a:xfrm xmlns:a="http://schemas.openxmlformats.org/drawingml/2006/main">
            <a:off x="400050" y="2667000"/>
            <a:ext cx="3562350" cy="1095375"/>
          </a:xfrm>
          <a:prstGeom xmlns:a="http://schemas.openxmlformats.org/drawingml/2006/main" prst="roundRect">
            <a:avLst>
              <a:gd name="adj" fmla="val 10435"/>
            </a:avLst>
          </a:prstGeom>
          <a:solidFill xmlns:a="http://schemas.openxmlformats.org/drawingml/2006/main">
            <a:srgbClr val="EAF5FB"/>
          </a:solidFill>
          <a:ln xmlns:a="http://schemas.openxmlformats.org/drawingml/2006/main" w="9525">
            <a:solidFill>
              <a:srgbClr val="CBD5E1"/>
            </a:solidFill>
            <a:prstDash val="solid"/>
          </a:ln>
        </p:spPr>
      </p:sp>
      <p:sp>
        <p:nvSpPr>
          <p:cNvPr id="5" name="">
            <a:extLst xmlns:a="http://schemas.openxmlformats.org/drawingml/2006/main">
              <a:ext uri="{FF2B5EF4-FFF2-40B4-BE49-F238E27FC236}">
                <a16:creationId xmlns:a16="http://schemas.microsoft.com/office/drawing/2014/main" id="{974D4D77-1B59-4547-8E55-AEA0EF38FBDE}"/>
              </a:ext>
            </a:extLst>
          </p:cNvPr>
          <p:cNvSpPr>
            <a:spLocks xmlns:a="http://schemas.openxmlformats.org/drawingml/2006/main" noGrp="1"/>
          </p:cNvSpPr>
          <p:nvPr/>
        </p:nvSpPr>
        <p:spPr>
          <a:xfrm xmlns:a="http://schemas.openxmlformats.org/drawingml/2006/main">
            <a:off x="60960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C9E4A59F-A7AB-4959-A47F-B645DA2D1FCC}"/>
              </a:ext>
            </a:extLst>
          </p:cNvPr>
          <p:cNvSpPr>
            <a:spLocks xmlns:a="http://schemas.openxmlformats.org/drawingml/2006/main" noGrp="1"/>
          </p:cNvSpPr>
          <p:nvPr/>
        </p:nvSpPr>
        <p:spPr>
          <a:xfrm xmlns:a="http://schemas.openxmlformats.org/drawingml/2006/main">
            <a:off x="110490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Universal</a:t>
            </a:r>
          </a:p>
        </p:txBody>
      </p:sp>
      <p:sp>
        <p:nvSpPr>
          <p:cNvPr id="7" name="">
            <a:extLst xmlns:a="http://schemas.openxmlformats.org/drawingml/2006/main">
              <a:ext uri="{FF2B5EF4-FFF2-40B4-BE49-F238E27FC236}">
                <a16:creationId xmlns:a16="http://schemas.microsoft.com/office/drawing/2014/main" id="{903AF4AE-D208-40E4-86B3-A5205681B6B4}"/>
              </a:ext>
            </a:extLst>
          </p:cNvPr>
          <p:cNvSpPr>
            <a:spLocks xmlns:a="http://schemas.openxmlformats.org/drawingml/2006/main" noGrp="1"/>
          </p:cNvSpPr>
          <p:nvPr/>
        </p:nvSpPr>
        <p:spPr>
          <a:xfrm xmlns:a="http://schemas.openxmlformats.org/drawingml/2006/main">
            <a:off x="4314825" y="2667000"/>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759402F5-1F4B-4FFB-B865-B18828C7AD80}"/>
              </a:ext>
            </a:extLst>
          </p:cNvPr>
          <p:cNvSpPr>
            <a:spLocks xmlns:a="http://schemas.openxmlformats.org/drawingml/2006/main" noGrp="1"/>
          </p:cNvSpPr>
          <p:nvPr/>
        </p:nvSpPr>
        <p:spPr>
          <a:xfrm xmlns:a="http://schemas.openxmlformats.org/drawingml/2006/main">
            <a:off x="4524375"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F0F35E0C-6B5F-43A6-9133-D4E8269FCFDA}"/>
              </a:ext>
            </a:extLst>
          </p:cNvPr>
          <p:cNvSpPr>
            <a:spLocks xmlns:a="http://schemas.openxmlformats.org/drawingml/2006/main" noGrp="1"/>
          </p:cNvSpPr>
          <p:nvPr/>
        </p:nvSpPr>
        <p:spPr>
          <a:xfrm xmlns:a="http://schemas.openxmlformats.org/drawingml/2006/main">
            <a:off x="5019675"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Layer</a:t>
            </a:r>
          </a:p>
        </p:txBody>
      </p:sp>
      <p:sp>
        <p:nvSpPr>
          <p:cNvPr id="10" name="">
            <a:extLst xmlns:a="http://schemas.openxmlformats.org/drawingml/2006/main">
              <a:ext uri="{FF2B5EF4-FFF2-40B4-BE49-F238E27FC236}">
                <a16:creationId xmlns:a16="http://schemas.microsoft.com/office/drawing/2014/main" id="{1A97E19C-F0C2-4A03-B1A0-2AA02C1229D5}"/>
              </a:ext>
            </a:extLst>
          </p:cNvPr>
          <p:cNvSpPr>
            <a:spLocks xmlns:a="http://schemas.openxmlformats.org/drawingml/2006/main" noGrp="1"/>
          </p:cNvSpPr>
          <p:nvPr/>
        </p:nvSpPr>
        <p:spPr>
          <a:xfrm xmlns:a="http://schemas.openxmlformats.org/drawingml/2006/main">
            <a:off x="8229600" y="2667000"/>
            <a:ext cx="3562350" cy="1095375"/>
          </a:xfrm>
          <a:prstGeom xmlns:a="http://schemas.openxmlformats.org/drawingml/2006/main" prst="roundRect">
            <a:avLst>
              <a:gd name="adj" fmla="val 10435"/>
            </a:avLst>
          </a:prstGeom>
          <a:solidFill xmlns:a="http://schemas.openxmlformats.org/drawingml/2006/main">
            <a:srgbClr val="EAF5EE"/>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F334938F-406F-4144-BD2D-EDBE00B2E9F9}"/>
              </a:ext>
            </a:extLst>
          </p:cNvPr>
          <p:cNvSpPr>
            <a:spLocks xmlns:a="http://schemas.openxmlformats.org/drawingml/2006/main" noGrp="1"/>
          </p:cNvSpPr>
          <p:nvPr/>
        </p:nvSpPr>
        <p:spPr>
          <a:xfrm xmlns:a="http://schemas.openxmlformats.org/drawingml/2006/main">
            <a:off x="843915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9D3147AF-A183-46E6-BB47-49A51F0DE63E}"/>
              </a:ext>
            </a:extLst>
          </p:cNvPr>
          <p:cNvSpPr>
            <a:spLocks xmlns:a="http://schemas.openxmlformats.org/drawingml/2006/main" noGrp="1"/>
          </p:cNvSpPr>
          <p:nvPr/>
        </p:nvSpPr>
        <p:spPr>
          <a:xfrm xmlns:a="http://schemas.openxmlformats.org/drawingml/2006/main">
            <a:off x="893445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Role</a:t>
            </a:r>
          </a:p>
        </p:txBody>
      </p:sp>
      <p:sp>
        <p:nvSpPr>
          <p:cNvPr id="13" name="">
            <a:extLst xmlns:a="http://schemas.openxmlformats.org/drawingml/2006/main">
              <a:ext uri="{FF2B5EF4-FFF2-40B4-BE49-F238E27FC236}">
                <a16:creationId xmlns:a16="http://schemas.microsoft.com/office/drawing/2014/main" id="{43552E17-7FF4-4C78-B9DF-4E5C888308FA}"/>
              </a:ext>
            </a:extLst>
          </p:cNvPr>
          <p:cNvSpPr>
            <a:spLocks xmlns:a="http://schemas.openxmlformats.org/drawingml/2006/main" noGrp="1"/>
          </p:cNvSpPr>
          <p:nvPr/>
        </p:nvSpPr>
        <p:spPr>
          <a:xfrm xmlns:a="http://schemas.openxmlformats.org/drawingml/2006/main">
            <a:off x="400050" y="4048125"/>
            <a:ext cx="3562350" cy="1095375"/>
          </a:xfrm>
          <a:prstGeom xmlns:a="http://schemas.openxmlformats.org/drawingml/2006/main" prst="roundRect">
            <a:avLst>
              <a:gd name="adj" fmla="val 10435"/>
            </a:avLst>
          </a:prstGeom>
          <a:solidFill xmlns:a="http://schemas.openxmlformats.org/drawingml/2006/main">
            <a:srgbClr val="FFF4D6"/>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37F81EC2-5BF2-4430-92E8-0982667E20A3}"/>
              </a:ext>
            </a:extLst>
          </p:cNvPr>
          <p:cNvSpPr>
            <a:spLocks xmlns:a="http://schemas.openxmlformats.org/drawingml/2006/main" noGrp="1"/>
          </p:cNvSpPr>
          <p:nvPr/>
        </p:nvSpPr>
        <p:spPr>
          <a:xfrm xmlns:a="http://schemas.openxmlformats.org/drawingml/2006/main">
            <a:off x="60960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E22E6258-BBBD-4A5D-B844-3D6C2CA84EAB}"/>
              </a:ext>
            </a:extLst>
          </p:cNvPr>
          <p:cNvSpPr>
            <a:spLocks xmlns:a="http://schemas.openxmlformats.org/drawingml/2006/main" noGrp="1"/>
          </p:cNvSpPr>
          <p:nvPr/>
        </p:nvSpPr>
        <p:spPr>
          <a:xfrm xmlns:a="http://schemas.openxmlformats.org/drawingml/2006/main">
            <a:off x="110490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Runtime</a:t>
            </a:r>
          </a:p>
        </p:txBody>
      </p:sp>
      <p:sp>
        <p:nvSpPr>
          <p:cNvPr id="16" name="">
            <a:extLst xmlns:a="http://schemas.openxmlformats.org/drawingml/2006/main">
              <a:ext uri="{FF2B5EF4-FFF2-40B4-BE49-F238E27FC236}">
                <a16:creationId xmlns:a16="http://schemas.microsoft.com/office/drawing/2014/main" id="{F3893C13-EB9B-481B-A1FE-1BED1BC38658}"/>
              </a:ext>
            </a:extLst>
          </p:cNvPr>
          <p:cNvSpPr>
            <a:spLocks xmlns:a="http://schemas.openxmlformats.org/drawingml/2006/main" noGrp="1"/>
          </p:cNvSpPr>
          <p:nvPr/>
        </p:nvSpPr>
        <p:spPr>
          <a:xfrm xmlns:a="http://schemas.openxmlformats.org/drawingml/2006/main">
            <a:off x="4314825" y="4048125"/>
            <a:ext cx="3562350" cy="1095375"/>
          </a:xfrm>
          <a:prstGeom xmlns:a="http://schemas.openxmlformats.org/drawingml/2006/main" prst="roundRect">
            <a:avLst>
              <a:gd name="adj" fmla="val 10435"/>
            </a:avLst>
          </a:prstGeom>
          <a:solidFill xmlns:a="http://schemas.openxmlformats.org/drawingml/2006/main">
            <a:srgbClr val="FBEAEC"/>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619ED3F7-E872-4856-9DF5-2DAC61DF8A30}"/>
              </a:ext>
            </a:extLst>
          </p:cNvPr>
          <p:cNvSpPr>
            <a:spLocks xmlns:a="http://schemas.openxmlformats.org/drawingml/2006/main" noGrp="1"/>
          </p:cNvSpPr>
          <p:nvPr/>
        </p:nvSpPr>
        <p:spPr>
          <a:xfrm xmlns:a="http://schemas.openxmlformats.org/drawingml/2006/main">
            <a:off x="4524375"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6806C2B8-6683-4DDB-AF5B-457779EAE02D}"/>
              </a:ext>
            </a:extLst>
          </p:cNvPr>
          <p:cNvSpPr>
            <a:spLocks xmlns:a="http://schemas.openxmlformats.org/drawingml/2006/main" noGrp="1"/>
          </p:cNvSpPr>
          <p:nvPr/>
        </p:nvSpPr>
        <p:spPr>
          <a:xfrm xmlns:a="http://schemas.openxmlformats.org/drawingml/2006/main">
            <a:off x="5019675"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Evaluation</a:t>
            </a:r>
          </a:p>
        </p:txBody>
      </p:sp>
      <p:sp>
        <p:nvSpPr>
          <p:cNvPr id="19" name="">
            <a:extLst xmlns:a="http://schemas.openxmlformats.org/drawingml/2006/main">
              <a:ext uri="{FF2B5EF4-FFF2-40B4-BE49-F238E27FC236}">
                <a16:creationId xmlns:a16="http://schemas.microsoft.com/office/drawing/2014/main" id="{1234BD7A-A671-4E9E-9941-8516EE80C813}"/>
              </a:ext>
            </a:extLst>
          </p:cNvPr>
          <p:cNvSpPr>
            <a:spLocks xmlns:a="http://schemas.openxmlformats.org/drawingml/2006/main" noGrp="1"/>
          </p:cNvSpPr>
          <p:nvPr/>
        </p:nvSpPr>
        <p:spPr>
          <a:xfrm xmlns:a="http://schemas.openxmlformats.org/drawingml/2006/main">
            <a:off x="8229600" y="4048125"/>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72428C09-520D-4F79-A679-71A4400490D0}"/>
              </a:ext>
            </a:extLst>
          </p:cNvPr>
          <p:cNvSpPr>
            <a:spLocks xmlns:a="http://schemas.openxmlformats.org/drawingml/2006/main" noGrp="1"/>
          </p:cNvSpPr>
          <p:nvPr/>
        </p:nvSpPr>
        <p:spPr>
          <a:xfrm xmlns:a="http://schemas.openxmlformats.org/drawingml/2006/main">
            <a:off x="843915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06</a:t>
            </a:r>
          </a:p>
        </p:txBody>
      </p:sp>
      <p:sp>
        <p:nvSpPr>
          <p:cNvPr id="21" name="">
            <a:extLst xmlns:a="http://schemas.openxmlformats.org/drawingml/2006/main">
              <a:ext uri="{FF2B5EF4-FFF2-40B4-BE49-F238E27FC236}">
                <a16:creationId xmlns:a16="http://schemas.microsoft.com/office/drawing/2014/main" id="{ABF36770-AA94-4FE5-97CF-E8EE92C8567D}"/>
              </a:ext>
            </a:extLst>
          </p:cNvPr>
          <p:cNvSpPr>
            <a:spLocks xmlns:a="http://schemas.openxmlformats.org/drawingml/2006/main" noGrp="1"/>
          </p:cNvSpPr>
          <p:nvPr/>
        </p:nvSpPr>
        <p:spPr>
          <a:xfrm xmlns:a="http://schemas.openxmlformats.org/drawingml/2006/main">
            <a:off x="893445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Version</a:t>
            </a:r>
          </a:p>
        </p:txBody>
      </p:sp>
      <p:sp>
        <p:nvSpPr>
          <p:cNvPr id="22" name="">
            <a:extLst xmlns:a="http://schemas.openxmlformats.org/drawingml/2006/main">
              <a:ext uri="{FF2B5EF4-FFF2-40B4-BE49-F238E27FC236}">
                <a16:creationId xmlns:a16="http://schemas.microsoft.com/office/drawing/2014/main" id="{823981AD-9B7A-466E-B06A-3099AB9D833C}"/>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E5FBA304-6A46-4CAC-B0D8-9AE818C1DDD4}"/>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06  •  CODE REVIEW HARNESS</a:t>
            </a:r>
          </a:p>
        </p:txBody>
      </p:sp>
      <p:sp>
        <p:nvSpPr>
          <p:cNvPr id="24" name="">
            <a:extLst xmlns:a="http://schemas.openxmlformats.org/drawingml/2006/main">
              <a:ext uri="{FF2B5EF4-FFF2-40B4-BE49-F238E27FC236}">
                <a16:creationId xmlns:a16="http://schemas.microsoft.com/office/drawing/2014/main" id="{4A7133AD-DCFD-4C5C-BA4A-1C784D5C30F3}"/>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06</a:t>
            </a:r>
          </a:p>
        </p:txBody>
      </p:sp>
    </p:spTree>
    <p:extLst>
      <p:ext uri="{BB962C8B-B14F-4D97-AF65-F5344CB8AC3E}">
        <p14:creationId xmlns:p14="http://schemas.microsoft.com/office/powerpoint/2010/main" val="1171866707"/>
      </p:ext>
    </p:extLst>
  </p:cSld>
</p:sld>
</file>

<file path=ppt/slides/slide7.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521B781-8754-4287-8776-B29E6A25EA4A}"/>
              </a:ext>
            </a:extLst>
          </p:cNvPr>
          <p:cNvSpPr>
            <a:spLocks xmlns:a="http://schemas.openxmlformats.org/drawingml/2006/main" noGrp="1"/>
          </p:cNvSpPr>
          <p:nvPr/>
        </p:nvSpPr>
        <p:spPr>
          <a:xfrm xmlns:a="http://schemas.openxmlformats.org/drawingml/2006/main">
            <a:off x="495300" y="47625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SESSION 06  •  EXIT TICKET</a:t>
            </a:r>
          </a:p>
        </p:txBody>
      </p:sp>
      <p:sp>
        <p:nvSpPr>
          <p:cNvPr id="2" name="">
            <a:extLst xmlns:a="http://schemas.openxmlformats.org/drawingml/2006/main">
              <a:ext uri="{FF2B5EF4-FFF2-40B4-BE49-F238E27FC236}">
                <a16:creationId xmlns:a16="http://schemas.microsoft.com/office/drawing/2014/main" id="{1E40D367-B731-42B0-B97E-75CFE4A6E50E}"/>
              </a:ext>
            </a:extLst>
          </p:cNvPr>
          <p:cNvSpPr>
            <a:spLocks xmlns:a="http://schemas.openxmlformats.org/drawingml/2006/main" noGrp="1"/>
          </p:cNvSpPr>
          <p:nvPr/>
        </p:nvSpPr>
        <p:spPr>
          <a:xfrm xmlns:a="http://schemas.openxmlformats.org/drawingml/2006/main">
            <a:off x="495300" y="1524000"/>
            <a:ext cx="101917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225" b="1">
                <a:solidFill>
                  <a:srgbClr val="FFFFFF"/>
                </a:solidFill>
                <a:latin typeface="Aptos"/>
                <a:ea typeface="Aptos"/>
                <a:cs typeface="Aptos"/>
              </a:defRPr>
            </a:pPr>
            <a:r>
              <a:rPr sz="3225" b="1">
                <a:solidFill>
                  <a:srgbClr val="FFFFFF"/>
                </a:solidFill>
                <a:latin typeface="Aptos"/>
                <a:ea typeface="Aptos"/>
                <a:cs typeface="Aptos"/>
              </a:rPr>
              <a:t>State the evidence required before a prompt version may become the new baseline.</a:t>
            </a:r>
          </a:p>
        </p:txBody>
      </p:sp>
      <p:sp>
        <p:nvSpPr>
          <p:cNvPr id="3" name="">
            <a:extLst xmlns:a="http://schemas.openxmlformats.org/drawingml/2006/main">
              <a:ext uri="{FF2B5EF4-FFF2-40B4-BE49-F238E27FC236}">
                <a16:creationId xmlns:a16="http://schemas.microsoft.com/office/drawing/2014/main" id="{D1595B92-9FBD-4B97-B683-24F173CABFC0}"/>
              </a:ext>
            </a:extLst>
          </p:cNvPr>
          <p:cNvSpPr>
            <a:spLocks xmlns:a="http://schemas.openxmlformats.org/drawingml/2006/main" noGrp="1"/>
          </p:cNvSpPr>
          <p:nvPr/>
        </p:nvSpPr>
        <p:spPr>
          <a:xfrm xmlns:a="http://schemas.openxmlformats.org/drawingml/2006/main">
            <a:off x="495300" y="4381500"/>
            <a:ext cx="10668000" cy="28575"/>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4" name="">
            <a:extLst xmlns:a="http://schemas.openxmlformats.org/drawingml/2006/main">
              <a:ext uri="{FF2B5EF4-FFF2-40B4-BE49-F238E27FC236}">
                <a16:creationId xmlns:a16="http://schemas.microsoft.com/office/drawing/2014/main" id="{651EE8BD-B730-4BBC-9668-EE4272EF0E17}"/>
              </a:ext>
            </a:extLst>
          </p:cNvPr>
          <p:cNvSpPr>
            <a:spLocks xmlns:a="http://schemas.openxmlformats.org/drawingml/2006/main" noGrp="1"/>
          </p:cNvSpPr>
          <p:nvPr/>
        </p:nvSpPr>
        <p:spPr>
          <a:xfrm xmlns:a="http://schemas.openxmlformats.org/drawingml/2006/main">
            <a:off x="495300" y="4762500"/>
            <a:ext cx="9906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D8E2EC"/>
                </a:solidFill>
                <a:latin typeface="Aptos"/>
                <a:ea typeface="Aptos"/>
                <a:cs typeface="Aptos"/>
              </a:defRPr>
            </a:pPr>
            <a:r>
              <a:rPr sz="1725" b="0">
                <a:solidFill>
                  <a:srgbClr val="D8E2EC"/>
                </a:solidFill>
                <a:latin typeface="Aptos"/>
                <a:ea typeface="Aptos"/>
                <a:cs typeface="Aptos"/>
              </a:rPr>
              <a:t>Answer with evidence. Name the contract, state, or authority boundary you used.</a:t>
            </a:r>
          </a:p>
        </p:txBody>
      </p:sp>
      <p:sp>
        <p:nvSpPr>
          <p:cNvPr id="5" name="">
            <a:extLst xmlns:a="http://schemas.openxmlformats.org/drawingml/2006/main">
              <a:ext uri="{FF2B5EF4-FFF2-40B4-BE49-F238E27FC236}">
                <a16:creationId xmlns:a16="http://schemas.microsoft.com/office/drawing/2014/main" id="{79C8AD08-528D-42D7-948D-D81E71948F47}"/>
              </a:ext>
            </a:extLst>
          </p:cNvPr>
          <p:cNvSpPr>
            <a:spLocks xmlns:a="http://schemas.openxmlformats.org/drawingml/2006/main" noGrp="1"/>
          </p:cNvSpPr>
          <p:nvPr/>
        </p:nvSpPr>
        <p:spPr>
          <a:xfrm xmlns:a="http://schemas.openxmlformats.org/drawingml/2006/main">
            <a:off x="495300" y="60960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CONDENSED SERIES COMPLETE • CONTINUE WITH REPOSITORY PRACTICE</a:t>
            </a:r>
          </a:p>
        </p:txBody>
      </p:sp>
    </p:spTree>
    <p:extLst>
      <p:ext uri="{BB962C8B-B14F-4D97-AF65-F5344CB8AC3E}">
        <p14:creationId xmlns:p14="http://schemas.microsoft.com/office/powerpoint/2010/main" val="20063651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2026-07-30T17:36:11.9820000Z</dcterms:created>
  <dcterms:modified xsi:type="dcterms:W3CDTF">2026-07-30T17:36:11.9820000Z</dcterms:modified>
</coreProperties>
</file>