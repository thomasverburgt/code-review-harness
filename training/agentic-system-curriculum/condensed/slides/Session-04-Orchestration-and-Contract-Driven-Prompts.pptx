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d2e96d5c65426c" /><Relationship Type="http://schemas.openxmlformats.org/officeDocument/2006/relationships/extended-properties" Target="/docProps/app.xml" Id="R65cce5d386244ef5" /><Relationship Type="http://schemas.openxmlformats.org/officeDocument/2006/relationships/officeDocument" Target="/ppt/presentation.xml" Id="Rb4edeff82d3f41be" /></Relationships>
</file>

<file path=ppt/presentation.xml><?xml version="1.0" encoding="utf-8"?>
<p:presentation xmlns:p="http://schemas.openxmlformats.org/presentationml/2006/main">
  <p:sldMasterIdLst>
    <p:sldMasterId xmlns:r="http://schemas.openxmlformats.org/officeDocument/2006/relationships" id="2147483648" r:id="Rb2c872d271564143"/>
  </p:sldMasterIdLst>
  <p:notesMasterIdLst>
    <p:notesMasterId xmlns:r="http://schemas.openxmlformats.org/officeDocument/2006/relationships" r:id="R2441e6a34be2499e"/>
  </p:notesMasterIdLst>
  <p:sldIdLst>
    <p:sldId xmlns:r="http://schemas.openxmlformats.org/officeDocument/2006/relationships" id="256" r:id="R230a22230e7a4e12"/>
    <p:sldId xmlns:r="http://schemas.openxmlformats.org/officeDocument/2006/relationships" id="257" r:id="R936dcf3b0fe34bca"/>
    <p:sldId xmlns:r="http://schemas.openxmlformats.org/officeDocument/2006/relationships" id="258" r:id="R03c81d82d34f47fb"/>
    <p:sldId xmlns:r="http://schemas.openxmlformats.org/officeDocument/2006/relationships" id="259" r:id="Rd60bdba837494443"/>
    <p:sldId xmlns:r="http://schemas.openxmlformats.org/officeDocument/2006/relationships" id="260" r:id="R65cece935ff24633"/>
    <p:sldId xmlns:r="http://schemas.openxmlformats.org/officeDocument/2006/relationships" id="261" r:id="R94fb17ac53bc482b"/>
    <p:sldId xmlns:r="http://schemas.openxmlformats.org/officeDocument/2006/relationships" id="262" r:id="R3dd4c7303c5845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a50377a5f84934" /><Relationship Type="http://schemas.openxmlformats.org/officeDocument/2006/relationships/slideMaster" Target="/ppt/slideMasters/slideMaster1.xml" Id="Rb2c872d271564143" /><Relationship Type="http://schemas.openxmlformats.org/officeDocument/2006/relationships/notesMaster" Target="/ppt/notesMasters/notesMaster1.xml" Id="R2441e6a34be2499e" /><Relationship Type="http://schemas.openxmlformats.org/officeDocument/2006/relationships/presProps" Target="/ppt/presProps.xml" Id="R352ca42f290f4466" /><Relationship Type="http://schemas.openxmlformats.org/officeDocument/2006/relationships/tableStyles" Target="/ppt/tableStyles.xml" Id="R2be3dda3feb747b1" /><Relationship Type="http://schemas.openxmlformats.org/officeDocument/2006/relationships/slide" Target="/ppt/slides/slide1.xml" Id="R230a22230e7a4e12" /><Relationship Type="http://schemas.openxmlformats.org/officeDocument/2006/relationships/slide" Target="/ppt/slides/slide2.xml" Id="R936dcf3b0fe34bca" /><Relationship Type="http://schemas.openxmlformats.org/officeDocument/2006/relationships/slide" Target="/ppt/slides/slide3.xml" Id="R03c81d82d34f47fb" /><Relationship Type="http://schemas.openxmlformats.org/officeDocument/2006/relationships/slide" Target="/ppt/slides/slide4.xml" Id="Rd60bdba837494443" /><Relationship Type="http://schemas.openxmlformats.org/officeDocument/2006/relationships/slide" Target="/ppt/slides/slide5.xml" Id="R65cece935ff24633" /><Relationship Type="http://schemas.openxmlformats.org/officeDocument/2006/relationships/slide" Target="/ppt/slides/slide6.xml" Id="R94fb17ac53bc482b" /><Relationship Type="http://schemas.openxmlformats.org/officeDocument/2006/relationships/slide" Target="/ppt/slides/slide7.xml" Id="R3dd4c7303c5845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092840d4594f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d1a76f444a45ae" /><Relationship Type="http://schemas.openxmlformats.org/officeDocument/2006/relationships/notesMaster" Target="/ppt/notesMasters/notesMaster1.xml" Id="R62a9d1975d3944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4d519354c74f0e" /><Relationship Type="http://schemas.openxmlformats.org/officeDocument/2006/relationships/notesMaster" Target="/ppt/notesMasters/notesMaster1.xml" Id="R976aea3c9fbc48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5d3bfae57f48a5" /><Relationship Type="http://schemas.openxmlformats.org/officeDocument/2006/relationships/notesMaster" Target="/ppt/notesMasters/notesMaster1.xml" Id="R51af12645a894a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2733eb70c24209" /><Relationship Type="http://schemas.openxmlformats.org/officeDocument/2006/relationships/notesMaster" Target="/ppt/notesMasters/notesMaster1.xml" Id="Ra80634896c1d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213e7e9494b71" /><Relationship Type="http://schemas.openxmlformats.org/officeDocument/2006/relationships/notesMaster" Target="/ppt/notesMasters/notesMaster1.xml" Id="Rcb3c872548ca4c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dfe4d3c89f4f61" /><Relationship Type="http://schemas.openxmlformats.org/officeDocument/2006/relationships/notesMaster" Target="/ppt/notesMasters/notesMaster1.xml" Id="Ra3eff2e4b43342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4536906b0c4bf2" /><Relationship Type="http://schemas.openxmlformats.org/officeDocument/2006/relationships/notesMaster" Target="/ppt/notesMasters/notesMaster1.xml" Id="R84294ebf85014c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c2cd5e710042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ab7a4de0ff495c" /><Relationship Type="http://schemas.openxmlformats.org/officeDocument/2006/relationships/slideLayout" Target="/ppt/slideLayouts/slideLayout1.xml" Id="R6a6671dae80843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671dae80843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66d92f95b34763" /><Relationship Type="http://schemas.openxmlformats.org/officeDocument/2006/relationships/notesSlide" Target="/ppt/notesSlides/notesSlide1.xml" Id="R481791f21bab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9d6160df344ac7" /><Relationship Type="http://schemas.openxmlformats.org/officeDocument/2006/relationships/notesSlide" Target="/ppt/notesSlides/notesSlide2.xml" Id="R0f0ed84626d24a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130c60684a453c" /><Relationship Type="http://schemas.openxmlformats.org/officeDocument/2006/relationships/notesSlide" Target="/ppt/notesSlides/notesSlide3.xml" Id="Ref00fd6612af47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d76d99a9754495" /><Relationship Type="http://schemas.openxmlformats.org/officeDocument/2006/relationships/notesSlide" Target="/ppt/notesSlides/notesSlide4.xml" Id="R82186ee4a3d04d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42e16761284cd5" /><Relationship Type="http://schemas.openxmlformats.org/officeDocument/2006/relationships/notesSlide" Target="/ppt/notesSlides/notesSlide5.xml" Id="R8b7bac0d02e04c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0c6e8a002a46ca" /><Relationship Type="http://schemas.openxmlformats.org/officeDocument/2006/relationships/notesSlide" Target="/ppt/notesSlides/notesSlide6.xml" Id="R88f8199f4a6f47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bf1bb861854ad4" /><Relationship Type="http://schemas.openxmlformats.org/officeDocument/2006/relationships/notesSlide" Target="/ppt/notesSlides/notesSlide7.xml" Id="Rbd15dca566954f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FBD37E-4638-4CB6-8F83-341BD25872A7}"/>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B5447826-87D1-4576-9058-ECE0253019A2}"/>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C8220FDF-AEF0-4DF0-AAF8-F5BEB90FB34E}"/>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04</a:t>
            </a:r>
          </a:p>
        </p:txBody>
      </p:sp>
      <p:sp>
        <p:nvSpPr>
          <p:cNvPr id="4" name="">
            <a:extLst xmlns:a="http://schemas.openxmlformats.org/drawingml/2006/main">
              <a:ext uri="{FF2B5EF4-FFF2-40B4-BE49-F238E27FC236}">
                <a16:creationId xmlns:a16="http://schemas.microsoft.com/office/drawing/2014/main" id="{BD6D42B7-0189-4628-8D2D-902E705C6663}"/>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Orchestration and Contract-Driven Prompts</a:t>
            </a:r>
          </a:p>
        </p:txBody>
      </p:sp>
      <p:sp>
        <p:nvSpPr>
          <p:cNvPr id="5" name="">
            <a:extLst xmlns:a="http://schemas.openxmlformats.org/drawingml/2006/main">
              <a:ext uri="{FF2B5EF4-FFF2-40B4-BE49-F238E27FC236}">
                <a16:creationId xmlns:a16="http://schemas.microsoft.com/office/drawing/2014/main" id="{5359B46F-201D-4C94-9E67-78CAF4FCEF16}"/>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many agents coordinate without hiding causality or inventing findings?</a:t>
            </a:r>
          </a:p>
        </p:txBody>
      </p:sp>
      <p:sp>
        <p:nvSpPr>
          <p:cNvPr id="6" name="">
            <a:extLst xmlns:a="http://schemas.openxmlformats.org/drawingml/2006/main">
              <a:ext uri="{FF2B5EF4-FFF2-40B4-BE49-F238E27FC236}">
                <a16:creationId xmlns:a16="http://schemas.microsoft.com/office/drawing/2014/main" id="{146C3059-852D-4E06-BAC2-F7EE1FDA1EE8}"/>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CF56677-1654-4C45-9FA4-B952311E9C90}"/>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8369F47E-FAAE-43B7-89E9-A8F3E0E821A3}"/>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AE6E766F-E44A-4FDC-B3A3-570653A97DE4}"/>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973208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3404374-E317-4D8D-B6A0-5CCDF19FE1B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4 OUTCOMES</a:t>
            </a:r>
          </a:p>
        </p:txBody>
      </p:sp>
      <p:sp>
        <p:nvSpPr>
          <p:cNvPr id="2" name="">
            <a:extLst xmlns:a="http://schemas.openxmlformats.org/drawingml/2006/main">
              <a:ext uri="{FF2B5EF4-FFF2-40B4-BE49-F238E27FC236}">
                <a16:creationId xmlns:a16="http://schemas.microsoft.com/office/drawing/2014/main" id="{1683FFEA-CCF0-4B74-A207-F1361A9A4F3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BAFB4AF9-3BCC-49AE-80FE-BEF2602822F0}"/>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B5668D1-BCFA-4190-AB19-96EDC41F8C35}"/>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6F1C734-8529-42B2-8952-E5CEC792F2D2}"/>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scheduler, fan-out, fan-in, and gate duties</a:t>
            </a:r>
          </a:p>
        </p:txBody>
      </p:sp>
      <p:sp>
        <p:nvSpPr>
          <p:cNvPr id="6" name="">
            <a:extLst xmlns:a="http://schemas.openxmlformats.org/drawingml/2006/main">
              <a:ext uri="{FF2B5EF4-FFF2-40B4-BE49-F238E27FC236}">
                <a16:creationId xmlns:a16="http://schemas.microsoft.com/office/drawing/2014/main" id="{3755F015-F978-487D-AA7B-C6427BC5E9FF}"/>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3C1D4B8-AD08-4E62-9FBD-E08E34CD1573}"/>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E6A0798F-4BDD-4C61-8491-255B331DEE0D}"/>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Identify safe parallelism and join guards</a:t>
            </a:r>
          </a:p>
        </p:txBody>
      </p:sp>
      <p:sp>
        <p:nvSpPr>
          <p:cNvPr id="9" name="">
            <a:extLst xmlns:a="http://schemas.openxmlformats.org/drawingml/2006/main">
              <a:ext uri="{FF2B5EF4-FFF2-40B4-BE49-F238E27FC236}">
                <a16:creationId xmlns:a16="http://schemas.microsoft.com/office/drawing/2014/main" id="{7A042D29-5DEB-4B64-B4F0-39B1B382FEB1}"/>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600072F-1DC6-418F-B55E-039C9A36675D}"/>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F3ED7F73-74B5-48B1-8AA6-1D6AA4BEFDDD}"/>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Project contract obligations into prompt clauses</a:t>
            </a:r>
          </a:p>
        </p:txBody>
      </p:sp>
      <p:sp>
        <p:nvSpPr>
          <p:cNvPr id="12" name="">
            <a:extLst xmlns:a="http://schemas.openxmlformats.org/drawingml/2006/main">
              <a:ext uri="{FF2B5EF4-FFF2-40B4-BE49-F238E27FC236}">
                <a16:creationId xmlns:a16="http://schemas.microsoft.com/office/drawing/2014/main" id="{D984D720-6CF0-4BAA-837B-D7FCA6F29342}"/>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B4A65025-E362-4342-9874-801B9A0F1730}"/>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67EC59E7-FA9D-4D41-9CED-53BB27A81C2C}"/>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87916346-3931-43BA-B325-0BA6DE65CFA3}"/>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B2099EE0-0D8A-4A98-9948-6378286A99BC}"/>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0BF393D9-3384-4C2D-9504-449310A81692}"/>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28FF6A3D-6A9F-4DB3-8CC5-ACB526EF1CDC}"/>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E86D9AAB-F3BC-4129-A4C0-9DD2000B4819}"/>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B4DB15AB-54E9-4B72-A387-E1F912830FD6}"/>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DB0E9BA8-AFD7-490C-9C94-3415402817C1}"/>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E527EB9F-1AFA-4968-BA68-CCC19553D250}"/>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449FE9B0-96B9-44FC-BA5A-C4104F9A0929}"/>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CB82635E-6EB3-49CF-B119-940ADB0194B4}"/>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E4F6FD34-7AF2-4010-81B5-3B4CF4040CD8}"/>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BBFC4C59-921C-4947-B19D-C4DC5685046D}"/>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70770329-C317-4E4F-B9CE-BFE80C1C88F7}"/>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9C1DABD2-70C4-4584-AAD9-6844ADDD383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E294EDE2-2DB2-4859-AF41-F9B5604CD15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30" name="">
            <a:extLst xmlns:a="http://schemas.openxmlformats.org/drawingml/2006/main">
              <a:ext uri="{FF2B5EF4-FFF2-40B4-BE49-F238E27FC236}">
                <a16:creationId xmlns:a16="http://schemas.microsoft.com/office/drawing/2014/main" id="{FF921224-11DD-48BD-A501-775AAD5392E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1398107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644641-DA60-4320-BB12-D34E3A647D0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2747AB57-95B3-40B1-8769-7E085324D4C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52924804-C329-4B7A-89D7-FF062B0542AC}"/>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062BB66-5774-48AB-A032-F5F20A1F677B}"/>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SCHEDULE</a:t>
            </a:r>
          </a:p>
        </p:txBody>
      </p:sp>
      <p:sp>
        <p:nvSpPr>
          <p:cNvPr id="5" name="">
            <a:extLst xmlns:a="http://schemas.openxmlformats.org/drawingml/2006/main">
              <a:ext uri="{FF2B5EF4-FFF2-40B4-BE49-F238E27FC236}">
                <a16:creationId xmlns:a16="http://schemas.microsoft.com/office/drawing/2014/main" id="{1DE35298-BD66-47C4-AAE5-874CB0820923}"/>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Select roles + versions</a:t>
            </a:r>
          </a:p>
        </p:txBody>
      </p:sp>
      <p:sp>
        <p:nvSpPr>
          <p:cNvPr id="6" name="">
            <a:extLst xmlns:a="http://schemas.openxmlformats.org/drawingml/2006/main">
              <a:ext uri="{FF2B5EF4-FFF2-40B4-BE49-F238E27FC236}">
                <a16:creationId xmlns:a16="http://schemas.microsoft.com/office/drawing/2014/main" id="{380AEDB5-80A2-4C8D-8EC9-35EFE15D8EBE}"/>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6C4EE1B-6FBC-4165-9209-0EFE63E18816}"/>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FAN-OUT</a:t>
            </a:r>
          </a:p>
        </p:txBody>
      </p:sp>
      <p:sp>
        <p:nvSpPr>
          <p:cNvPr id="8" name="">
            <a:extLst xmlns:a="http://schemas.openxmlformats.org/drawingml/2006/main">
              <a:ext uri="{FF2B5EF4-FFF2-40B4-BE49-F238E27FC236}">
                <a16:creationId xmlns:a16="http://schemas.microsoft.com/office/drawing/2014/main" id="{5FF33574-8213-4A06-BB39-9C2D17CD3434}"/>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Dispatch independent work</a:t>
            </a:r>
          </a:p>
        </p:txBody>
      </p:sp>
      <p:sp>
        <p:nvSpPr>
          <p:cNvPr id="9" name="">
            <a:extLst xmlns:a="http://schemas.openxmlformats.org/drawingml/2006/main">
              <a:ext uri="{FF2B5EF4-FFF2-40B4-BE49-F238E27FC236}">
                <a16:creationId xmlns:a16="http://schemas.microsoft.com/office/drawing/2014/main" id="{959BF4C3-4549-4596-9B13-72E3DEE7B684}"/>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3199889A-0755-49E7-B75B-F36A06413ABA}"/>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FAN-IN</a:t>
            </a:r>
          </a:p>
        </p:txBody>
      </p:sp>
      <p:sp>
        <p:nvSpPr>
          <p:cNvPr id="11" name="">
            <a:extLst xmlns:a="http://schemas.openxmlformats.org/drawingml/2006/main">
              <a:ext uri="{FF2B5EF4-FFF2-40B4-BE49-F238E27FC236}">
                <a16:creationId xmlns:a16="http://schemas.microsoft.com/office/drawing/2014/main" id="{FC0290DB-5769-43DC-B409-A194F4C86516}"/>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 prerequisites</a:t>
            </a:r>
          </a:p>
        </p:txBody>
      </p:sp>
      <p:sp>
        <p:nvSpPr>
          <p:cNvPr id="12" name="">
            <a:extLst xmlns:a="http://schemas.openxmlformats.org/drawingml/2006/main">
              <a:ext uri="{FF2B5EF4-FFF2-40B4-BE49-F238E27FC236}">
                <a16:creationId xmlns:a16="http://schemas.microsoft.com/office/drawing/2014/main" id="{11F16E25-9BF9-4CC4-BF48-CC99DC6000FD}"/>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94DDD7E-212C-4887-97AA-54B2CA1E24B6}"/>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PROMPT</a:t>
            </a:r>
          </a:p>
        </p:txBody>
      </p:sp>
      <p:sp>
        <p:nvSpPr>
          <p:cNvPr id="14" name="">
            <a:extLst xmlns:a="http://schemas.openxmlformats.org/drawingml/2006/main">
              <a:ext uri="{FF2B5EF4-FFF2-40B4-BE49-F238E27FC236}">
                <a16:creationId xmlns:a16="http://schemas.microsoft.com/office/drawing/2014/main" id="{005C4463-84B3-4785-A167-CFFD509E22A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Implements the contract</a:t>
            </a:r>
          </a:p>
        </p:txBody>
      </p:sp>
      <p:sp>
        <p:nvSpPr>
          <p:cNvPr id="15" name="">
            <a:extLst xmlns:a="http://schemas.openxmlformats.org/drawingml/2006/main">
              <a:ext uri="{FF2B5EF4-FFF2-40B4-BE49-F238E27FC236}">
                <a16:creationId xmlns:a16="http://schemas.microsoft.com/office/drawing/2014/main" id="{341E9C22-C3D8-4654-ADC6-90384CD38209}"/>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32F60C68-0EC7-42D1-A2AD-7761A5F123FF}"/>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1844DE2-6DC5-4C7B-8788-C36D49952DBF}"/>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936762F5-FDB3-424A-A9C7-1ED3AC5C6446}"/>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67257877-A3C7-401B-B764-6E4674D968B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1A526AC5-E1C4-4F43-9B97-E2C7607DC3A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1" name="">
            <a:extLst xmlns:a="http://schemas.openxmlformats.org/drawingml/2006/main">
              <a:ext uri="{FF2B5EF4-FFF2-40B4-BE49-F238E27FC236}">
                <a16:creationId xmlns:a16="http://schemas.microsoft.com/office/drawing/2014/main" id="{DB435EAE-1483-4CAF-A144-934F4B39759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306999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92DC5B-4F95-4C82-BBE5-544E8785858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D937A85D-6361-4820-AB3E-43563F4C7B6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6D3972F8-841C-4F29-99B4-03B9468EB4B8}"/>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BDAF196-0BC7-42CB-9489-4E313F81EA6E}"/>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5D50AC33-51DB-4048-A664-587479098854}"/>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Select agents</a:t>
            </a:r>
          </a:p>
        </p:txBody>
      </p:sp>
      <p:sp>
        <p:nvSpPr>
          <p:cNvPr id="6" name="">
            <a:extLst xmlns:a="http://schemas.openxmlformats.org/drawingml/2006/main">
              <a:ext uri="{FF2B5EF4-FFF2-40B4-BE49-F238E27FC236}">
                <a16:creationId xmlns:a16="http://schemas.microsoft.com/office/drawing/2014/main" id="{D49D5907-1828-4DBE-88DC-1E6AD9CC58C0}"/>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DAE9988B-63C1-4995-99C0-DCFEF2344755}"/>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4A4F7331-061B-4308-85B1-2C18B6D0EECD}"/>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A325421A-5C9A-4B5A-889E-EC08BEC89FE5}"/>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8C6CA0CA-D73E-4ECB-8B29-35746006E3C7}"/>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Parallel reviews</a:t>
            </a:r>
          </a:p>
        </p:txBody>
      </p:sp>
      <p:sp>
        <p:nvSpPr>
          <p:cNvPr id="11" name="">
            <a:extLst xmlns:a="http://schemas.openxmlformats.org/drawingml/2006/main">
              <a:ext uri="{FF2B5EF4-FFF2-40B4-BE49-F238E27FC236}">
                <a16:creationId xmlns:a16="http://schemas.microsoft.com/office/drawing/2014/main" id="{BA067944-C29E-457E-B9AA-079567AD3AD0}"/>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18602C90-C355-44DF-8842-BFC4D580DE94}"/>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FA0A2522-4779-4F2D-9FC5-78EB8973F33A}"/>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C64DCCA7-873C-480C-8289-B4F51AA6EFAA}"/>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91A2D84-ACA6-4408-B7FE-F860D27078D9}"/>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Track executions</a:t>
            </a:r>
          </a:p>
        </p:txBody>
      </p:sp>
      <p:sp>
        <p:nvSpPr>
          <p:cNvPr id="16" name="">
            <a:extLst xmlns:a="http://schemas.openxmlformats.org/drawingml/2006/main">
              <a:ext uri="{FF2B5EF4-FFF2-40B4-BE49-F238E27FC236}">
                <a16:creationId xmlns:a16="http://schemas.microsoft.com/office/drawing/2014/main" id="{FDAE51C3-E4AA-4D70-8354-84BFED2D5F73}"/>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DD4DFB8-740A-42DC-9C7C-B0402F922535}"/>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AF688CEF-9BB1-44CE-9EF1-589503FCED6F}"/>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BF4C84C-FD96-438E-95CA-34474A2C2ED5}"/>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B2E861F-9B8D-47C5-A930-B871D03CA2F0}"/>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 join</a:t>
            </a:r>
          </a:p>
        </p:txBody>
      </p:sp>
      <p:sp>
        <p:nvSpPr>
          <p:cNvPr id="21" name="">
            <a:extLst xmlns:a="http://schemas.openxmlformats.org/drawingml/2006/main">
              <a:ext uri="{FF2B5EF4-FFF2-40B4-BE49-F238E27FC236}">
                <a16:creationId xmlns:a16="http://schemas.microsoft.com/office/drawing/2014/main" id="{701A5F35-AAC1-4221-8DC0-6BF572EE004C}"/>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F3A1038D-0E5C-4D5E-96A2-9ED2E63C2DCE}"/>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899956EF-4155-4903-9A2B-FA5896079800}"/>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8C938AF4-912F-4C06-9C8D-B7F471F47B5F}"/>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4E9DA547-D3B6-4323-9544-DCC1A96762B6}"/>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Route artifacts</a:t>
            </a:r>
          </a:p>
        </p:txBody>
      </p:sp>
      <p:sp>
        <p:nvSpPr>
          <p:cNvPr id="26" name="">
            <a:extLst xmlns:a="http://schemas.openxmlformats.org/drawingml/2006/main">
              <a:ext uri="{FF2B5EF4-FFF2-40B4-BE49-F238E27FC236}">
                <a16:creationId xmlns:a16="http://schemas.microsoft.com/office/drawing/2014/main" id="{64D95C53-9845-4AA9-85AB-2A5ED0C435AF}"/>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1329C2D-8A34-4B67-A24C-97202D912E5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B96A6A49-1712-4AAC-BC74-871E2D06F88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9" name="">
            <a:extLst xmlns:a="http://schemas.openxmlformats.org/drawingml/2006/main">
              <a:ext uri="{FF2B5EF4-FFF2-40B4-BE49-F238E27FC236}">
                <a16:creationId xmlns:a16="http://schemas.microsoft.com/office/drawing/2014/main" id="{EA3FE81F-CF17-47CC-8A18-3EA8D879E83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755958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C249F0-5550-4AA6-B86F-AA5EA4E9F18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E16CF22B-F76A-420C-AFA9-321A159C9BE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581B01B3-C381-4136-9BF1-DF481B020FBA}"/>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1B05331-BBB4-4D44-AFF5-F43059D9A2DB}"/>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FEB4E8E5-AE1E-4BF3-BA8A-6C60A7645A21}"/>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Walk a release review through parallel dispatch, artifact validation, and a human decision gate.</a:t>
            </a:r>
          </a:p>
        </p:txBody>
      </p:sp>
      <p:sp>
        <p:nvSpPr>
          <p:cNvPr id="6" name="">
            <a:extLst xmlns:a="http://schemas.openxmlformats.org/drawingml/2006/main">
              <a:ext uri="{FF2B5EF4-FFF2-40B4-BE49-F238E27FC236}">
                <a16:creationId xmlns:a16="http://schemas.microsoft.com/office/drawing/2014/main" id="{2C665AB8-AF5B-4C8D-8AB5-1E65113ED346}"/>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C327F06-362D-413F-8215-D6B09E24F786}"/>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E330CD4-6B08-4B65-81AE-EA138A3DE9B4}"/>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Mark dependencies</a:t>
            </a:r>
          </a:p>
        </p:txBody>
      </p:sp>
      <p:sp>
        <p:nvSpPr>
          <p:cNvPr id="9" name="">
            <a:extLst xmlns:a="http://schemas.openxmlformats.org/drawingml/2006/main">
              <a:ext uri="{FF2B5EF4-FFF2-40B4-BE49-F238E27FC236}">
                <a16:creationId xmlns:a16="http://schemas.microsoft.com/office/drawing/2014/main" id="{6F6046CC-490A-44E5-A31E-5036DAF73FB9}"/>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3260378-E347-4FAF-8C7E-6E880F3F3E79}"/>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4684B31-6969-4AD1-980C-4BEBDD4C5112}"/>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Define join guard</a:t>
            </a:r>
          </a:p>
        </p:txBody>
      </p:sp>
      <p:sp>
        <p:nvSpPr>
          <p:cNvPr id="12" name="">
            <a:extLst xmlns:a="http://schemas.openxmlformats.org/drawingml/2006/main">
              <a:ext uri="{FF2B5EF4-FFF2-40B4-BE49-F238E27FC236}">
                <a16:creationId xmlns:a16="http://schemas.microsoft.com/office/drawing/2014/main" id="{F050C182-99A7-4887-8EB3-6C28ED101AF2}"/>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886B234-B775-462F-BEE3-DD14C876B24A}"/>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2CC86CAF-DEB4-4C16-AB30-E3F4F38EF099}"/>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Place decision point</a:t>
            </a:r>
          </a:p>
        </p:txBody>
      </p:sp>
      <p:sp>
        <p:nvSpPr>
          <p:cNvPr id="15" name="">
            <a:extLst xmlns:a="http://schemas.openxmlformats.org/drawingml/2006/main">
              <a:ext uri="{FF2B5EF4-FFF2-40B4-BE49-F238E27FC236}">
                <a16:creationId xmlns:a16="http://schemas.microsoft.com/office/drawing/2014/main" id="{5A04DB65-1CDB-4FF9-B84A-C932E3CDAF70}"/>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7B4192C3-E416-4BCA-8790-ABE99066CDD7}"/>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CFFB2165-5162-4102-A284-175E04CA887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18" name="">
            <a:extLst xmlns:a="http://schemas.openxmlformats.org/drawingml/2006/main">
              <a:ext uri="{FF2B5EF4-FFF2-40B4-BE49-F238E27FC236}">
                <a16:creationId xmlns:a16="http://schemas.microsoft.com/office/drawing/2014/main" id="{6E9D59F6-FA56-41E4-8FA0-E3F2FD14EEC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5061423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4017DF3-C23A-4352-8736-44A645B8AECD}"/>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67D29A67-0EB6-4496-A166-BEB6BC8DCFA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44F6C164-ED5A-46F1-81ED-CDA6176BD0E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Write orchestration behavior that schedules and validates but never performs domain review.</a:t>
            </a:r>
          </a:p>
        </p:txBody>
      </p:sp>
      <p:sp>
        <p:nvSpPr>
          <p:cNvPr id="4" name="">
            <a:extLst xmlns:a="http://schemas.openxmlformats.org/drawingml/2006/main">
              <a:ext uri="{FF2B5EF4-FFF2-40B4-BE49-F238E27FC236}">
                <a16:creationId xmlns:a16="http://schemas.microsoft.com/office/drawing/2014/main" id="{E45B4E3A-2880-4774-9864-19037941CE2D}"/>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5B1F0642-CAF3-4827-AB20-6403095D97A1}"/>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DA18B14D-F03D-4D9A-B711-403B1756373A}"/>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Select</a:t>
            </a:r>
          </a:p>
        </p:txBody>
      </p:sp>
      <p:sp>
        <p:nvSpPr>
          <p:cNvPr id="7" name="">
            <a:extLst xmlns:a="http://schemas.openxmlformats.org/drawingml/2006/main">
              <a:ext uri="{FF2B5EF4-FFF2-40B4-BE49-F238E27FC236}">
                <a16:creationId xmlns:a16="http://schemas.microsoft.com/office/drawing/2014/main" id="{BD00D9D7-8DE6-463F-8B15-F53B0F0F0167}"/>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B4594150-7A81-4BCB-95A4-050003009C97}"/>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04B7AEAF-0173-45D4-8938-0E1063875218}"/>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Dispatch</a:t>
            </a:r>
          </a:p>
        </p:txBody>
      </p:sp>
      <p:sp>
        <p:nvSpPr>
          <p:cNvPr id="10" name="">
            <a:extLst xmlns:a="http://schemas.openxmlformats.org/drawingml/2006/main">
              <a:ext uri="{FF2B5EF4-FFF2-40B4-BE49-F238E27FC236}">
                <a16:creationId xmlns:a16="http://schemas.microsoft.com/office/drawing/2014/main" id="{8A8D1FF1-4ECF-4106-BB7A-D045001211DF}"/>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D8DEE814-A810-44D1-885B-F846992442AE}"/>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153068DF-293C-4D5E-8C92-DDCEF63CCD58}"/>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Track</a:t>
            </a:r>
          </a:p>
        </p:txBody>
      </p:sp>
      <p:sp>
        <p:nvSpPr>
          <p:cNvPr id="13" name="">
            <a:extLst xmlns:a="http://schemas.openxmlformats.org/drawingml/2006/main">
              <a:ext uri="{FF2B5EF4-FFF2-40B4-BE49-F238E27FC236}">
                <a16:creationId xmlns:a16="http://schemas.microsoft.com/office/drawing/2014/main" id="{C9EED7CF-4847-47A1-AABF-583E4FDF6A33}"/>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84B129F-79B4-4345-A768-BF82DA44E532}"/>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F7BFEA0D-001E-410B-8B22-B389C555D0BE}"/>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Validate</a:t>
            </a:r>
          </a:p>
        </p:txBody>
      </p:sp>
      <p:sp>
        <p:nvSpPr>
          <p:cNvPr id="16" name="">
            <a:extLst xmlns:a="http://schemas.openxmlformats.org/drawingml/2006/main">
              <a:ext uri="{FF2B5EF4-FFF2-40B4-BE49-F238E27FC236}">
                <a16:creationId xmlns:a16="http://schemas.microsoft.com/office/drawing/2014/main" id="{80858CBC-BF3F-4C81-A155-3DDFDF4F529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4D860C29-C6EB-4A3F-A427-87465875BE59}"/>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7AE4AF55-3613-4CF0-8DB7-7D2E8835754E}"/>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Route</a:t>
            </a:r>
          </a:p>
        </p:txBody>
      </p:sp>
      <p:sp>
        <p:nvSpPr>
          <p:cNvPr id="19" name="">
            <a:extLst xmlns:a="http://schemas.openxmlformats.org/drawingml/2006/main">
              <a:ext uri="{FF2B5EF4-FFF2-40B4-BE49-F238E27FC236}">
                <a16:creationId xmlns:a16="http://schemas.microsoft.com/office/drawing/2014/main" id="{91D528C5-3DAF-4248-AD8B-B07763881D14}"/>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CCAD1F4D-F8A0-4B80-AE8B-85EA00B30849}"/>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27771F76-2449-4BBC-8009-51195945A017}"/>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Never assess</a:t>
            </a:r>
          </a:p>
        </p:txBody>
      </p:sp>
      <p:sp>
        <p:nvSpPr>
          <p:cNvPr id="22" name="">
            <a:extLst xmlns:a="http://schemas.openxmlformats.org/drawingml/2006/main">
              <a:ext uri="{FF2B5EF4-FFF2-40B4-BE49-F238E27FC236}">
                <a16:creationId xmlns:a16="http://schemas.microsoft.com/office/drawing/2014/main" id="{32DBBE17-3E4B-4DD1-A957-C3EA549DD00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515AF64B-F9B2-4FB7-8E32-F0350D0A099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4" name="">
            <a:extLst xmlns:a="http://schemas.openxmlformats.org/drawingml/2006/main">
              <a:ext uri="{FF2B5EF4-FFF2-40B4-BE49-F238E27FC236}">
                <a16:creationId xmlns:a16="http://schemas.microsoft.com/office/drawing/2014/main" id="{9C717C6F-13D1-468D-BF05-A43EF4A44B0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691792206"/>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A9324A-8659-47E4-AB24-8ED4FF11938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04  •  EXIT TICKET</a:t>
            </a:r>
          </a:p>
        </p:txBody>
      </p:sp>
      <p:sp>
        <p:nvSpPr>
          <p:cNvPr id="2" name="">
            <a:extLst xmlns:a="http://schemas.openxmlformats.org/drawingml/2006/main">
              <a:ext uri="{FF2B5EF4-FFF2-40B4-BE49-F238E27FC236}">
                <a16:creationId xmlns:a16="http://schemas.microsoft.com/office/drawing/2014/main" id="{F62A7D65-D8BD-4D0D-8B32-38ADBBF3C5E7}"/>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Explain the join guard and identify what the orchestrator is prohibited from concluding.</a:t>
            </a:r>
          </a:p>
        </p:txBody>
      </p:sp>
      <p:sp>
        <p:nvSpPr>
          <p:cNvPr id="3" name="">
            <a:extLst xmlns:a="http://schemas.openxmlformats.org/drawingml/2006/main">
              <a:ext uri="{FF2B5EF4-FFF2-40B4-BE49-F238E27FC236}">
                <a16:creationId xmlns:a16="http://schemas.microsoft.com/office/drawing/2014/main" id="{FE793718-D44B-4638-A878-2D03B193FA56}"/>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4D1437F2-8F37-41E3-8422-A6AFB710BA65}"/>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F13C6E47-1921-40ED-BF44-CB4F386D29C2}"/>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05</a:t>
            </a:r>
          </a:p>
        </p:txBody>
      </p:sp>
    </p:spTree>
    <p:extLst>
      <p:ext uri="{BB962C8B-B14F-4D97-AF65-F5344CB8AC3E}">
        <p14:creationId xmlns:p14="http://schemas.microsoft.com/office/powerpoint/2010/main" val="3980982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2026-07-30T17:36:03.0680000Z</dcterms:created>
  <dcterms:modified xsi:type="dcterms:W3CDTF">2026-07-30T17:36:03.0680000Z</dcterms:modified>
</coreProperties>
</file>