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35698f487d4687" /><Relationship Type="http://schemas.openxmlformats.org/officeDocument/2006/relationships/extended-properties" Target="/docProps/app.xml" Id="R392da794e70d4f8a" /><Relationship Type="http://schemas.openxmlformats.org/officeDocument/2006/relationships/officeDocument" Target="/ppt/presentation.xml" Id="R02d69191c7c04251" /></Relationships>
</file>

<file path=ppt/presentation.xml><?xml version="1.0" encoding="utf-8"?>
<p:presentation xmlns:p="http://schemas.openxmlformats.org/presentationml/2006/main">
  <p:sldMasterIdLst>
    <p:sldMasterId xmlns:r="http://schemas.openxmlformats.org/officeDocument/2006/relationships" id="2147483648" r:id="R9f7aff0148414071"/>
  </p:sldMasterIdLst>
  <p:notesMasterIdLst>
    <p:notesMasterId xmlns:r="http://schemas.openxmlformats.org/officeDocument/2006/relationships" r:id="Ree43ef6da5404fd0"/>
  </p:notesMasterIdLst>
  <p:sldIdLst>
    <p:sldId xmlns:r="http://schemas.openxmlformats.org/officeDocument/2006/relationships" id="256" r:id="R1a951ef4dbbf4175"/>
    <p:sldId xmlns:r="http://schemas.openxmlformats.org/officeDocument/2006/relationships" id="257" r:id="R70e0d21831ac41f9"/>
    <p:sldId xmlns:r="http://schemas.openxmlformats.org/officeDocument/2006/relationships" id="258" r:id="Re73e31c5537944ec"/>
    <p:sldId xmlns:r="http://schemas.openxmlformats.org/officeDocument/2006/relationships" id="259" r:id="R50c82aa455894421"/>
    <p:sldId xmlns:r="http://schemas.openxmlformats.org/officeDocument/2006/relationships" id="260" r:id="Rfd3f34ad9c4a4216"/>
    <p:sldId xmlns:r="http://schemas.openxmlformats.org/officeDocument/2006/relationships" id="261" r:id="Rfb92248a29a94f6d"/>
    <p:sldId xmlns:r="http://schemas.openxmlformats.org/officeDocument/2006/relationships" id="262" r:id="Ra040bfccc40d4c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edd753fbe14416" /><Relationship Type="http://schemas.openxmlformats.org/officeDocument/2006/relationships/slideMaster" Target="/ppt/slideMasters/slideMaster1.xml" Id="R9f7aff0148414071" /><Relationship Type="http://schemas.openxmlformats.org/officeDocument/2006/relationships/notesMaster" Target="/ppt/notesMasters/notesMaster1.xml" Id="Ree43ef6da5404fd0" /><Relationship Type="http://schemas.openxmlformats.org/officeDocument/2006/relationships/presProps" Target="/ppt/presProps.xml" Id="R66f5a2d059454259" /><Relationship Type="http://schemas.openxmlformats.org/officeDocument/2006/relationships/tableStyles" Target="/ppt/tableStyles.xml" Id="R40d44a9c2fb341d9" /><Relationship Type="http://schemas.openxmlformats.org/officeDocument/2006/relationships/slide" Target="/ppt/slides/slide1.xml" Id="R1a951ef4dbbf4175" /><Relationship Type="http://schemas.openxmlformats.org/officeDocument/2006/relationships/slide" Target="/ppt/slides/slide2.xml" Id="R70e0d21831ac41f9" /><Relationship Type="http://schemas.openxmlformats.org/officeDocument/2006/relationships/slide" Target="/ppt/slides/slide3.xml" Id="Re73e31c5537944ec" /><Relationship Type="http://schemas.openxmlformats.org/officeDocument/2006/relationships/slide" Target="/ppt/slides/slide4.xml" Id="R50c82aa455894421" /><Relationship Type="http://schemas.openxmlformats.org/officeDocument/2006/relationships/slide" Target="/ppt/slides/slide5.xml" Id="Rfd3f34ad9c4a4216" /><Relationship Type="http://schemas.openxmlformats.org/officeDocument/2006/relationships/slide" Target="/ppt/slides/slide6.xml" Id="Rfb92248a29a94f6d" /><Relationship Type="http://schemas.openxmlformats.org/officeDocument/2006/relationships/slide" Target="/ppt/slides/slide7.xml" Id="Ra040bfccc40d4c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7b870682324c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07ad9452444767" /><Relationship Type="http://schemas.openxmlformats.org/officeDocument/2006/relationships/notesMaster" Target="/ppt/notesMasters/notesMaster1.xml" Id="R3946c74ce19340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400505dcf64320" /><Relationship Type="http://schemas.openxmlformats.org/officeDocument/2006/relationships/notesMaster" Target="/ppt/notesMasters/notesMaster1.xml" Id="R97a258abb78b47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d269869b754905" /><Relationship Type="http://schemas.openxmlformats.org/officeDocument/2006/relationships/notesMaster" Target="/ppt/notesMasters/notesMaster1.xml" Id="R19de7c66e0d248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bcb6073cf04206" /><Relationship Type="http://schemas.openxmlformats.org/officeDocument/2006/relationships/notesMaster" Target="/ppt/notesMasters/notesMaster1.xml" Id="R4313e878e4ee4b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d6ecc03d3e448c" /><Relationship Type="http://schemas.openxmlformats.org/officeDocument/2006/relationships/notesMaster" Target="/ppt/notesMasters/notesMaster1.xml" Id="R90641ee06f144a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ce8ad4ffd04ceb" /><Relationship Type="http://schemas.openxmlformats.org/officeDocument/2006/relationships/notesMaster" Target="/ppt/notesMasters/notesMaster1.xml" Id="Rc8d7de422cc640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754d0c508a403e" /><Relationship Type="http://schemas.openxmlformats.org/officeDocument/2006/relationships/notesMaster" Target="/ppt/notesMasters/notesMaster1.xml" Id="R1137fcb7ea874e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agents/agent-registry.md; agents/agent-identities.json; orchestration/workflow-model.md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observable capabilities. Preview the 55-minute rhythm: mental model, worked example, instructor demonstration, prompt walkthrough, and knowledge check. Keep participation conversational and spend no more than four minutes here.</a:t>
            </a:r>
          </a:p>
          <a:p xmlns:a="http://schemas.openxmlformats.org/drawingml/2006/main">
            <a:r>
              <a:t/>
            </a:r>
          </a:p>
          <a:p xmlns:a="http://schemas.openxmlformats.org/drawingml/2006/main">
            <a:r>
              <a:t>[Sources]</a:t>
            </a:r>
          </a:p>
          <a:p xmlns:a="http://schemas.openxmlformats.org/drawingml/2006/main">
            <a:r>
              <a:t>- Code Review Harness repository: agents/agent-registry.md; agents/agent-identities.json; orchestration/workflow-model.md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agents/agent-registry.md; agents/agent-identities.json; orchestration/workflow-model.md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agents/agent-registry.md; agents/agent-identities.json; orchestration/workflow-model.md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this as a live instructor demonstration, not a learner exercise. Use one prepared repository example and narrate each decision shown on screen. Pause after each step for one evidence question from the room. Keep the demonstration to twelve minutes and preserve the before-and-after artifact for reference.</a:t>
            </a:r>
          </a:p>
          <a:p xmlns:a="http://schemas.openxmlformats.org/drawingml/2006/main">
            <a:r>
              <a:t/>
            </a:r>
          </a:p>
          <a:p xmlns:a="http://schemas.openxmlformats.org/drawingml/2006/main">
            <a:r>
              <a:t>[Sources]</a:t>
            </a:r>
          </a:p>
          <a:p xmlns:a="http://schemas.openxmlformats.org/drawingml/2006/main">
            <a:r>
              <a:t>- Code Review Harness repository: agents/agent-registry.md; agents/agent-identities.json; orchestration/workflow-model.md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six blocks using a prepared prompt fragment. For each block, cite the contract or role specification that justifies it, then show one unsafe omission and its smallest repair. Invite verbal predictions before revealing the corrected clause. Keep this instructor-led and finish in ten minutes.</a:t>
            </a:r>
          </a:p>
          <a:p xmlns:a="http://schemas.openxmlformats.org/drawingml/2006/main">
            <a:r>
              <a:t/>
            </a:r>
          </a:p>
          <a:p xmlns:a="http://schemas.openxmlformats.org/drawingml/2006/main">
            <a:r>
              <a:t>[Sources]</a:t>
            </a:r>
          </a:p>
          <a:p xmlns:a="http://schemas.openxmlformats.org/drawingml/2006/main">
            <a:r>
              <a:t>- Code Review Harness repository: agents/agent-registry.md; agents/agent-identities.json; orchestration/workflow-model.md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two-minute knowledge check. Ask for one evidence-backed answer and one correction or refinement from the room. Close by connecting the session to the next topic. Do not assign a graded deliverable.</a:t>
            </a:r>
          </a:p>
          <a:p xmlns:a="http://schemas.openxmlformats.org/drawingml/2006/main">
            <a:r>
              <a:t/>
            </a:r>
          </a:p>
          <a:p xmlns:a="http://schemas.openxmlformats.org/drawingml/2006/main">
            <a:r>
              <a:t>[Sources]</a:t>
            </a:r>
          </a:p>
          <a:p xmlns:a="http://schemas.openxmlformats.org/drawingml/2006/main">
            <a:r>
              <a:t>- Code Review Harness repository: agents/agent-registry.md; agents/agent-identities.json; orchestration/workflow-model.md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e3999c34c74f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9122eb3bc64588" /><Relationship Type="http://schemas.openxmlformats.org/officeDocument/2006/relationships/slideLayout" Target="/ppt/slideLayouts/slideLayout1.xml" Id="R57d23b638ce147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d23b638ce147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b8ef0a4011b48c5" /><Relationship Type="http://schemas.openxmlformats.org/officeDocument/2006/relationships/notesSlide" Target="/ppt/notesSlides/notesSlide1.xml" Id="R4e328e17541a48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30b7c537f904ce2" /><Relationship Type="http://schemas.openxmlformats.org/officeDocument/2006/relationships/notesSlide" Target="/ppt/notesSlides/notesSlide2.xml" Id="Rdcbcb829306f4a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44e70e5e34a4309" /><Relationship Type="http://schemas.openxmlformats.org/officeDocument/2006/relationships/notesSlide" Target="/ppt/notesSlides/notesSlide3.xml" Id="R8e982a6a11554c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39981a33d98405f" /><Relationship Type="http://schemas.openxmlformats.org/officeDocument/2006/relationships/notesSlide" Target="/ppt/notesSlides/notesSlide4.xml" Id="R5bd564cd73274e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260cd6e95014530" /><Relationship Type="http://schemas.openxmlformats.org/officeDocument/2006/relationships/notesSlide" Target="/ppt/notesSlides/notesSlide5.xml" Id="Reb7683e6802642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eab37c4c6024c00" /><Relationship Type="http://schemas.openxmlformats.org/officeDocument/2006/relationships/notesSlide" Target="/ppt/notesSlides/notesSlide6.xml" Id="Ra861810451bb48d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fed203e45f841b4" /><Relationship Type="http://schemas.openxmlformats.org/officeDocument/2006/relationships/notesSlide" Target="/ppt/notesSlides/notesSlide7.xml" Id="Rb0a98bdcfa91470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35A9428-B56A-4B13-9DA2-2DC2F6615137}"/>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63FC8264-176F-4A42-B782-168E0C285323}"/>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634843A3-949A-45C8-849E-794559DDCBF5}"/>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03</a:t>
            </a:r>
          </a:p>
        </p:txBody>
      </p:sp>
      <p:sp>
        <p:nvSpPr>
          <p:cNvPr id="4" name="">
            <a:extLst xmlns:a="http://schemas.openxmlformats.org/drawingml/2006/main">
              <a:ext uri="{FF2B5EF4-FFF2-40B4-BE49-F238E27FC236}">
                <a16:creationId xmlns:a16="http://schemas.microsoft.com/office/drawing/2014/main" id="{07E9BED0-8001-4A73-A7AC-5196FF8B80E1}"/>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Agent Catalog and State Machines</a:t>
            </a:r>
          </a:p>
        </p:txBody>
      </p:sp>
      <p:sp>
        <p:nvSpPr>
          <p:cNvPr id="5" name="">
            <a:extLst xmlns:a="http://schemas.openxmlformats.org/drawingml/2006/main">
              <a:ext uri="{FF2B5EF4-FFF2-40B4-BE49-F238E27FC236}">
                <a16:creationId xmlns:a16="http://schemas.microsoft.com/office/drawing/2014/main" id="{BC4BA408-642B-47D3-9CB8-3C495B92C459}"/>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Who owns the question, and what must be true before work advances?</a:t>
            </a:r>
          </a:p>
        </p:txBody>
      </p:sp>
      <p:sp>
        <p:nvSpPr>
          <p:cNvPr id="6" name="">
            <a:extLst xmlns:a="http://schemas.openxmlformats.org/drawingml/2006/main">
              <a:ext uri="{FF2B5EF4-FFF2-40B4-BE49-F238E27FC236}">
                <a16:creationId xmlns:a16="http://schemas.microsoft.com/office/drawing/2014/main" id="{B04629B9-85FC-453E-82F3-C546EB6A07E5}"/>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4ECA2FDD-40BB-46CF-8C57-9F6E5B859E59}"/>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03</a:t>
            </a:r>
          </a:p>
        </p:txBody>
      </p:sp>
      <p:sp>
        <p:nvSpPr>
          <p:cNvPr id="8" name="">
            <a:extLst xmlns:a="http://schemas.openxmlformats.org/drawingml/2006/main">
              <a:ext uri="{FF2B5EF4-FFF2-40B4-BE49-F238E27FC236}">
                <a16:creationId xmlns:a16="http://schemas.microsoft.com/office/drawing/2014/main" id="{B7934196-CA96-414A-B3DD-F3B11CD526A0}"/>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5A20693C-66B0-4BCC-9BD2-C1F8F60584DC}"/>
              </a:ext>
            </a:extLst>
          </p:cNvPr>
          <p:cNvSpPr>
            <a:spLocks xmlns:a="http://schemas.openxmlformats.org/drawingml/2006/main" noGrp="1"/>
          </p:cNvSpPr>
          <p:nvPr/>
        </p:nvSpPr>
        <p:spPr>
          <a:xfrm xmlns:a="http://schemas.openxmlformats.org/drawingml/2006/main">
            <a:off x="495300" y="60960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Condensed Young Engineer Training Series • 55 minutes</a:t>
            </a:r>
          </a:p>
        </p:txBody>
      </p:sp>
    </p:spTree>
    <p:extLst>
      <p:ext uri="{BB962C8B-B14F-4D97-AF65-F5344CB8AC3E}">
        <p14:creationId xmlns:p14="http://schemas.microsoft.com/office/powerpoint/2010/main" val="11115976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84F98A6-3BF7-43AE-9374-19072647554A}"/>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3 OUTCOMES</a:t>
            </a:r>
          </a:p>
        </p:txBody>
      </p:sp>
      <p:sp>
        <p:nvSpPr>
          <p:cNvPr id="2" name="">
            <a:extLst xmlns:a="http://schemas.openxmlformats.org/drawingml/2006/main">
              <a:ext uri="{FF2B5EF4-FFF2-40B4-BE49-F238E27FC236}">
                <a16:creationId xmlns:a16="http://schemas.microsoft.com/office/drawing/2014/main" id="{69998874-187A-4542-887A-230333B53BC4}"/>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FC5B4E4F-9C4F-457C-8514-9ACAADFC4DD7}"/>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A15B8A8A-6905-4C39-974A-4C399FAFA7F5}"/>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52AE9A76-A63A-493C-916A-9405ADEF1AFC}"/>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Route work to the narrowest authoritative agent</a:t>
            </a:r>
          </a:p>
        </p:txBody>
      </p:sp>
      <p:sp>
        <p:nvSpPr>
          <p:cNvPr id="6" name="">
            <a:extLst xmlns:a="http://schemas.openxmlformats.org/drawingml/2006/main">
              <a:ext uri="{FF2B5EF4-FFF2-40B4-BE49-F238E27FC236}">
                <a16:creationId xmlns:a16="http://schemas.microsoft.com/office/drawing/2014/main" id="{9D936D0C-F4E4-49D6-9B7E-303F6D75801F}"/>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3B2C2D23-E6C5-44A2-B778-FD118569A344}"/>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094DD317-0A64-42F6-ABCA-B9B600899DCE}"/>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Read canonical identity, layer, version, and status</a:t>
            </a:r>
          </a:p>
        </p:txBody>
      </p:sp>
      <p:sp>
        <p:nvSpPr>
          <p:cNvPr id="9" name="">
            <a:extLst xmlns:a="http://schemas.openxmlformats.org/drawingml/2006/main">
              <a:ext uri="{FF2B5EF4-FFF2-40B4-BE49-F238E27FC236}">
                <a16:creationId xmlns:a16="http://schemas.microsoft.com/office/drawing/2014/main" id="{F57CEB2F-127E-44DF-855D-497D59D21BCD}"/>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4485630C-EDA6-4E77-8208-C68BB91DBDBD}"/>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F28E69CF-A393-482A-AB73-B0EE3DB21915}"/>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Model states, events, guards, and failure paths</a:t>
            </a:r>
          </a:p>
        </p:txBody>
      </p:sp>
      <p:sp>
        <p:nvSpPr>
          <p:cNvPr id="12" name="">
            <a:extLst xmlns:a="http://schemas.openxmlformats.org/drawingml/2006/main">
              <a:ext uri="{FF2B5EF4-FFF2-40B4-BE49-F238E27FC236}">
                <a16:creationId xmlns:a16="http://schemas.microsoft.com/office/drawing/2014/main" id="{D76CB24E-6987-4F5C-8A02-7A2CBBCD39C9}"/>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DC5C51A0-42EE-4298-AD9B-A54493AAD2C1}"/>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9E951909-FA01-49AA-91B5-DE7B92C8E99B}"/>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65A8B3A0-72A4-4279-A760-E07699353C1A}"/>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71AB204A-8CB2-46AD-AFCF-F6E36E605BA8}"/>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11B02E4F-8CF0-4BDE-863C-C86082640B53}"/>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CCD972C7-3745-4DFE-9487-287A4C7F9200}"/>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F432909C-05A3-42EC-9AFD-30E57911C0EE}"/>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70416E5C-3568-4BDC-9B34-625914B3D642}"/>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7724384C-92BA-4D2E-B20E-07493ACE84F3}"/>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Instructor demo</a:t>
            </a:r>
          </a:p>
        </p:txBody>
      </p:sp>
      <p:sp>
        <p:nvSpPr>
          <p:cNvPr id="22" name="">
            <a:extLst xmlns:a="http://schemas.openxmlformats.org/drawingml/2006/main">
              <a:ext uri="{FF2B5EF4-FFF2-40B4-BE49-F238E27FC236}">
                <a16:creationId xmlns:a16="http://schemas.microsoft.com/office/drawing/2014/main" id="{90D18E22-505F-4598-8EE8-610FA441D703}"/>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03FF84C1-0106-4167-AA39-02AF01AB6EB0}"/>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BE83E03D-4DFF-47DF-86A4-AD85125BB76A}"/>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walkthrough</a:t>
            </a:r>
          </a:p>
        </p:txBody>
      </p:sp>
      <p:sp>
        <p:nvSpPr>
          <p:cNvPr id="25" name="">
            <a:extLst xmlns:a="http://schemas.openxmlformats.org/drawingml/2006/main">
              <a:ext uri="{FF2B5EF4-FFF2-40B4-BE49-F238E27FC236}">
                <a16:creationId xmlns:a16="http://schemas.microsoft.com/office/drawing/2014/main" id="{724511EE-2224-4EAA-AC92-24510C1EE94A}"/>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CB0F7E04-8EA6-469B-A0F7-2091950A2725}"/>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57890370-34BD-40A5-AA55-29EC12684EF3}"/>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Knowledge check</a:t>
            </a:r>
          </a:p>
        </p:txBody>
      </p:sp>
      <p:sp>
        <p:nvSpPr>
          <p:cNvPr id="28" name="">
            <a:extLst xmlns:a="http://schemas.openxmlformats.org/drawingml/2006/main">
              <a:ext uri="{FF2B5EF4-FFF2-40B4-BE49-F238E27FC236}">
                <a16:creationId xmlns:a16="http://schemas.microsoft.com/office/drawing/2014/main" id="{287D48A2-5416-477B-84AB-9C31DF579E3B}"/>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5D9ECBE2-89C9-4E5A-9782-40023DDDAB23}"/>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03  •  CODE REVIEW HARNESS</a:t>
            </a:r>
          </a:p>
        </p:txBody>
      </p:sp>
      <p:sp>
        <p:nvSpPr>
          <p:cNvPr id="30" name="">
            <a:extLst xmlns:a="http://schemas.openxmlformats.org/drawingml/2006/main">
              <a:ext uri="{FF2B5EF4-FFF2-40B4-BE49-F238E27FC236}">
                <a16:creationId xmlns:a16="http://schemas.microsoft.com/office/drawing/2014/main" id="{AC3C64C1-8391-454C-9221-FCB80B119D0B}"/>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12647667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73F58E1-3E18-44E0-A936-599AA6FBB90D}"/>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35DC21E1-5A88-499E-AE91-419A92011A5F}"/>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C8A38AF4-BDCC-451A-A7B8-8F4D674267D9}"/>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4308D84C-F367-41EB-AF5D-01A5ABF98B02}"/>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IDENTITY</a:t>
            </a:r>
          </a:p>
        </p:txBody>
      </p:sp>
      <p:sp>
        <p:nvSpPr>
          <p:cNvPr id="5" name="">
            <a:extLst xmlns:a="http://schemas.openxmlformats.org/drawingml/2006/main">
              <a:ext uri="{FF2B5EF4-FFF2-40B4-BE49-F238E27FC236}">
                <a16:creationId xmlns:a16="http://schemas.microsoft.com/office/drawing/2014/main" id="{C8858BE7-A6A0-45B3-AC94-7F0D5B3C984F}"/>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Canonical role + version</a:t>
            </a:r>
          </a:p>
        </p:txBody>
      </p:sp>
      <p:sp>
        <p:nvSpPr>
          <p:cNvPr id="6" name="">
            <a:extLst xmlns:a="http://schemas.openxmlformats.org/drawingml/2006/main">
              <a:ext uri="{FF2B5EF4-FFF2-40B4-BE49-F238E27FC236}">
                <a16:creationId xmlns:a16="http://schemas.microsoft.com/office/drawing/2014/main" id="{23122014-B1C5-4360-9DCA-8E5100EDB1C6}"/>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86C24CFD-0647-40F8-9605-82838C5DD59C}"/>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LAYER</a:t>
            </a:r>
          </a:p>
        </p:txBody>
      </p:sp>
      <p:sp>
        <p:nvSpPr>
          <p:cNvPr id="8" name="">
            <a:extLst xmlns:a="http://schemas.openxmlformats.org/drawingml/2006/main">
              <a:ext uri="{FF2B5EF4-FFF2-40B4-BE49-F238E27FC236}">
                <a16:creationId xmlns:a16="http://schemas.microsoft.com/office/drawing/2014/main" id="{9218E62A-BE37-4E8E-A8DC-10A7515E6689}"/>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Scope of synthesis</a:t>
            </a:r>
          </a:p>
        </p:txBody>
      </p:sp>
      <p:sp>
        <p:nvSpPr>
          <p:cNvPr id="9" name="">
            <a:extLst xmlns:a="http://schemas.openxmlformats.org/drawingml/2006/main">
              <a:ext uri="{FF2B5EF4-FFF2-40B4-BE49-F238E27FC236}">
                <a16:creationId xmlns:a16="http://schemas.microsoft.com/office/drawing/2014/main" id="{8F24C0A1-F3B5-4B91-BF0F-1920FDB0C4F3}"/>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EAA4A4BE-DA49-47C1-B7B8-E667467D1533}"/>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STATE</a:t>
            </a:r>
          </a:p>
        </p:txBody>
      </p:sp>
      <p:sp>
        <p:nvSpPr>
          <p:cNvPr id="11" name="">
            <a:extLst xmlns:a="http://schemas.openxmlformats.org/drawingml/2006/main">
              <a:ext uri="{FF2B5EF4-FFF2-40B4-BE49-F238E27FC236}">
                <a16:creationId xmlns:a16="http://schemas.microsoft.com/office/drawing/2014/main" id="{CF36B1AD-8486-4F1F-8A83-1A738EC92E29}"/>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Durable execution condition</a:t>
            </a:r>
          </a:p>
        </p:txBody>
      </p:sp>
      <p:sp>
        <p:nvSpPr>
          <p:cNvPr id="12" name="">
            <a:extLst xmlns:a="http://schemas.openxmlformats.org/drawingml/2006/main">
              <a:ext uri="{FF2B5EF4-FFF2-40B4-BE49-F238E27FC236}">
                <a16:creationId xmlns:a16="http://schemas.microsoft.com/office/drawing/2014/main" id="{1C869E7D-C274-456F-8081-58DF5157C946}"/>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BDBBDBC1-C53A-46A8-80F1-31F824B3973A}"/>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GUARD</a:t>
            </a:r>
          </a:p>
        </p:txBody>
      </p:sp>
      <p:sp>
        <p:nvSpPr>
          <p:cNvPr id="14" name="">
            <a:extLst xmlns:a="http://schemas.openxmlformats.org/drawingml/2006/main">
              <a:ext uri="{FF2B5EF4-FFF2-40B4-BE49-F238E27FC236}">
                <a16:creationId xmlns:a16="http://schemas.microsoft.com/office/drawing/2014/main" id="{38B17D51-A03E-4A4F-98EA-F44C5434A43C}"/>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Predicate for transition</a:t>
            </a:r>
          </a:p>
        </p:txBody>
      </p:sp>
      <p:sp>
        <p:nvSpPr>
          <p:cNvPr id="15" name="">
            <a:extLst xmlns:a="http://schemas.openxmlformats.org/drawingml/2006/main">
              <a:ext uri="{FF2B5EF4-FFF2-40B4-BE49-F238E27FC236}">
                <a16:creationId xmlns:a16="http://schemas.microsoft.com/office/drawing/2014/main" id="{592404B2-8767-4D0B-9267-18A4ADEE2D12}"/>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82747C88-1B27-4E0B-A45B-5591403357DB}"/>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8B788FD6-E8E5-4F32-962A-937247D5B95F}"/>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2B48E191-1438-4062-AD0A-78232A5EEC32}"/>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0B5229C8-B4BF-4E19-A380-E8E3596A4A04}"/>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018F5E6E-7487-477A-96DC-1B2A008FE97A}"/>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03  •  CODE REVIEW HARNESS</a:t>
            </a:r>
          </a:p>
        </p:txBody>
      </p:sp>
      <p:sp>
        <p:nvSpPr>
          <p:cNvPr id="21" name="">
            <a:extLst xmlns:a="http://schemas.openxmlformats.org/drawingml/2006/main">
              <a:ext uri="{FF2B5EF4-FFF2-40B4-BE49-F238E27FC236}">
                <a16:creationId xmlns:a16="http://schemas.microsoft.com/office/drawing/2014/main" id="{35AFF799-EB0D-4D5E-84E1-DEBE9D93560B}"/>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17938393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416FBBC-7351-43CB-85B7-C88073E27981}"/>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2D3EBA11-2D80-401E-8600-3FBEB0EE757A}"/>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9A482C0A-A445-4C7E-AEDA-FB4603DB25F2}"/>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0912E523-80A7-474E-B649-9A1FA442E506}"/>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2AA46E31-1A19-4CEA-8E41-D88CBFD174EE}"/>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registered</a:t>
            </a:r>
          </a:p>
        </p:txBody>
      </p:sp>
      <p:sp>
        <p:nvSpPr>
          <p:cNvPr id="6" name="">
            <a:extLst xmlns:a="http://schemas.openxmlformats.org/drawingml/2006/main">
              <a:ext uri="{FF2B5EF4-FFF2-40B4-BE49-F238E27FC236}">
                <a16:creationId xmlns:a16="http://schemas.microsoft.com/office/drawing/2014/main" id="{3F29E822-1FD0-4DE9-91B9-DB0112E74D36}"/>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11FB1137-D146-4CD8-B29C-47A92F3E6E58}"/>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64367225-ED51-4ED8-A5B5-B95189ABF05B}"/>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3EAC7F5E-6B80-442C-AB1A-2248DB83D7ED}"/>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C276E05B-384A-4EEC-B9ED-B9E838F2EAF4}"/>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ready</a:t>
            </a:r>
          </a:p>
        </p:txBody>
      </p:sp>
      <p:sp>
        <p:nvSpPr>
          <p:cNvPr id="11" name="">
            <a:extLst xmlns:a="http://schemas.openxmlformats.org/drawingml/2006/main">
              <a:ext uri="{FF2B5EF4-FFF2-40B4-BE49-F238E27FC236}">
                <a16:creationId xmlns:a16="http://schemas.microsoft.com/office/drawing/2014/main" id="{F07570A1-6A53-4027-AFFF-038A5B91A064}"/>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5FC15514-D724-4A18-B4D6-DDA8A93B7A35}"/>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4D1C8B36-3345-4053-AF70-DFAD7D229853}"/>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D49A4FAA-EC9B-4982-8311-A8CC741F491B}"/>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B58D8D44-9A15-49E9-8769-C70054FC1F69}"/>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running</a:t>
            </a:r>
          </a:p>
        </p:txBody>
      </p:sp>
      <p:sp>
        <p:nvSpPr>
          <p:cNvPr id="16" name="">
            <a:extLst xmlns:a="http://schemas.openxmlformats.org/drawingml/2006/main">
              <a:ext uri="{FF2B5EF4-FFF2-40B4-BE49-F238E27FC236}">
                <a16:creationId xmlns:a16="http://schemas.microsoft.com/office/drawing/2014/main" id="{6A7A79E2-0909-42CE-9648-943F5F1527ED}"/>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7E80754A-3432-418A-AC07-60CC855D10E6}"/>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DBB025EC-69D8-4243-866B-8A2B3A8C1485}"/>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535F3E7C-D4D8-48E8-B98B-81DA1A9AFDD6}"/>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492DE9B6-9618-4D3E-8766-A24CE4AC1E57}"/>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validated</a:t>
            </a:r>
          </a:p>
        </p:txBody>
      </p:sp>
      <p:sp>
        <p:nvSpPr>
          <p:cNvPr id="21" name="">
            <a:extLst xmlns:a="http://schemas.openxmlformats.org/drawingml/2006/main">
              <a:ext uri="{FF2B5EF4-FFF2-40B4-BE49-F238E27FC236}">
                <a16:creationId xmlns:a16="http://schemas.microsoft.com/office/drawing/2014/main" id="{79AFCEB2-394F-4769-BA82-062CB8BC18FA}"/>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453BED9D-D9BA-47D0-A650-C59AD8FC1A5E}"/>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96967756-2657-4933-AFE2-3FA136D83DD6}"/>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AE7AD082-6FFA-41E4-B486-2DE5D0D07935}"/>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416BADC0-71B9-4A26-962C-612C46FA3E00}"/>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routed</a:t>
            </a:r>
          </a:p>
        </p:txBody>
      </p:sp>
      <p:sp>
        <p:nvSpPr>
          <p:cNvPr id="26" name="">
            <a:extLst xmlns:a="http://schemas.openxmlformats.org/drawingml/2006/main">
              <a:ext uri="{FF2B5EF4-FFF2-40B4-BE49-F238E27FC236}">
                <a16:creationId xmlns:a16="http://schemas.microsoft.com/office/drawing/2014/main" id="{B6D6B5CA-D0EF-4CC9-9188-0DC9CFE64FF2}"/>
              </a:ext>
            </a:extLst>
          </p:cNvPr>
          <p:cNvSpPr>
            <a:spLocks xmlns:a="http://schemas.openxmlformats.org/drawingml/2006/main" noGrp="1"/>
          </p:cNvSpPr>
          <p:nvPr/>
        </p:nvSpPr>
        <p:spPr>
          <a:xfrm xmlns:a="http://schemas.openxmlformats.org/drawingml/2006/main">
            <a:off x="1333500" y="4476750"/>
            <a:ext cx="9525000" cy="666750"/>
          </a:xfrm>
          <a:prstGeom xmlns:a="http://schemas.openxmlformats.org/drawingml/2006/main" prst="rect">
            <a:avLst/>
          </a:prstGeom>
          <a:solidFill xmlns:a="http://schemas.openxmlformats.org/drawingml/2006/main">
            <a:srgbClr val="FBEAEC"/>
          </a:solidFill>
          <a:ln xmlns:a="http://schemas.openxmlformats.org/drawingml/2006/main" w="0">
            <a:noFill/>
            <a:prstDash val="solid"/>
          </a:ln>
        </p:spPr>
        <p:txBody>
          <a:bodyPr xmlns:a="http://schemas.openxmlformats.org/drawingml/2006/main" lIns="152400" tIns="152400" rIns="152400" bIns="114300" anchor="t">
            <a:normAutofit fontScale="100000"/>
          </a:bodyPr>
          <a:lstStyle xmlns:a="http://schemas.openxmlformats.org/drawingml/2006/main"/>
          <a:p xmlns:a="http://schemas.openxmlformats.org/drawingml/2006/main">
            <a:pPr algn="ctr">
              <a:defRPr sz="1650" b="1">
                <a:solidFill>
                  <a:srgbClr val="1F4D78"/>
                </a:solidFill>
                <a:latin typeface="Aptos"/>
                <a:ea typeface="Aptos"/>
                <a:cs typeface="Aptos"/>
              </a:defRPr>
            </a:pPr>
            <a:r>
              <a:rPr sz="1650" b="1">
                <a:solidFill>
                  <a:srgbClr val="1F4D78"/>
                </a:solidFill>
                <a:latin typeface="Aptos"/>
                <a:ea typeface="Aptos"/>
                <a:cs typeface="Aptos"/>
              </a:rPr>
              <a:t>Failure branches: incomplete_input  •  failed  •  superseded</a:t>
            </a:r>
          </a:p>
        </p:txBody>
      </p:sp>
      <p:sp>
        <p:nvSpPr>
          <p:cNvPr id="27" name="">
            <a:extLst xmlns:a="http://schemas.openxmlformats.org/drawingml/2006/main">
              <a:ext uri="{FF2B5EF4-FFF2-40B4-BE49-F238E27FC236}">
                <a16:creationId xmlns:a16="http://schemas.microsoft.com/office/drawing/2014/main" id="{6F6C9B67-5294-4637-A948-874555A0A719}"/>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981B8B8C-D1FE-4AF0-8BB3-DEE07A3E2BFB}"/>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03  •  CODE REVIEW HARNESS</a:t>
            </a:r>
          </a:p>
        </p:txBody>
      </p:sp>
      <p:sp>
        <p:nvSpPr>
          <p:cNvPr id="29" name="">
            <a:extLst xmlns:a="http://schemas.openxmlformats.org/drawingml/2006/main">
              <a:ext uri="{FF2B5EF4-FFF2-40B4-BE49-F238E27FC236}">
                <a16:creationId xmlns:a16="http://schemas.microsoft.com/office/drawing/2014/main" id="{1AFE664D-F4C5-4EBD-9F21-08228B72C2BD}"/>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18310447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33C878D-72A4-4CBC-BDAA-E822EFF546C2}"/>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INSTRUCTOR DEMONSTRATION</a:t>
            </a:r>
          </a:p>
        </p:txBody>
      </p:sp>
      <p:sp>
        <p:nvSpPr>
          <p:cNvPr id="2" name="">
            <a:extLst xmlns:a="http://schemas.openxmlformats.org/drawingml/2006/main">
              <a:ext uri="{FF2B5EF4-FFF2-40B4-BE49-F238E27FC236}">
                <a16:creationId xmlns:a16="http://schemas.microsoft.com/office/drawing/2014/main" id="{72BD1924-FCC0-43E9-8EB6-36B08E524007}"/>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See the control in action</a:t>
            </a:r>
          </a:p>
        </p:txBody>
      </p:sp>
      <p:sp>
        <p:nvSpPr>
          <p:cNvPr id="3" name="">
            <a:extLst xmlns:a="http://schemas.openxmlformats.org/drawingml/2006/main">
              <a:ext uri="{FF2B5EF4-FFF2-40B4-BE49-F238E27FC236}">
                <a16:creationId xmlns:a16="http://schemas.microsoft.com/office/drawing/2014/main" id="{BBB11307-2378-429D-A2A6-A45DDFDB5ED5}"/>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5E069B69-9254-4361-A81C-D0D8076CB860}"/>
              </a:ext>
            </a:extLst>
          </p:cNvPr>
          <p:cNvSpPr>
            <a:spLocks xmlns:a="http://schemas.openxmlformats.org/drawingml/2006/main" noGrp="1"/>
          </p:cNvSpPr>
          <p:nvPr/>
        </p:nvSpPr>
        <p:spPr>
          <a:xfrm xmlns:a="http://schemas.openxmlformats.org/drawingml/2006/main">
            <a:off x="723900" y="2095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LIVE WALKTHROUGH</a:t>
            </a:r>
          </a:p>
        </p:txBody>
      </p:sp>
      <p:sp>
        <p:nvSpPr>
          <p:cNvPr id="5" name="">
            <a:extLst xmlns:a="http://schemas.openxmlformats.org/drawingml/2006/main">
              <a:ext uri="{FF2B5EF4-FFF2-40B4-BE49-F238E27FC236}">
                <a16:creationId xmlns:a16="http://schemas.microsoft.com/office/drawing/2014/main" id="{1E2CBDEF-4D92-455F-90FB-2337B0AFA1F5}"/>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Route a release question to the catalog, then walk its execution through guarded states.</a:t>
            </a:r>
          </a:p>
        </p:txBody>
      </p:sp>
      <p:sp>
        <p:nvSpPr>
          <p:cNvPr id="6" name="">
            <a:extLst xmlns:a="http://schemas.openxmlformats.org/drawingml/2006/main">
              <a:ext uri="{FF2B5EF4-FFF2-40B4-BE49-F238E27FC236}">
                <a16:creationId xmlns:a16="http://schemas.microsoft.com/office/drawing/2014/main" id="{2EBDFC1B-5044-4655-B7D4-283E948298DD}"/>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C54D8F26-EBBC-4563-9146-9934D9F01E71}"/>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B53E1233-AD83-4667-AE84-FCEE49E5137C}"/>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Find the owner</a:t>
            </a:r>
          </a:p>
        </p:txBody>
      </p:sp>
      <p:sp>
        <p:nvSpPr>
          <p:cNvPr id="9" name="">
            <a:extLst xmlns:a="http://schemas.openxmlformats.org/drawingml/2006/main">
              <a:ext uri="{FF2B5EF4-FFF2-40B4-BE49-F238E27FC236}">
                <a16:creationId xmlns:a16="http://schemas.microsoft.com/office/drawing/2014/main" id="{4A743B86-7363-46FE-B9E7-2DFA3607EE82}"/>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9568F374-50F9-4EC8-A2C6-54A45FEA302E}"/>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759F29AC-1876-494E-ABCA-2FD74757C820}"/>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Evaluate readiness</a:t>
            </a:r>
          </a:p>
        </p:txBody>
      </p:sp>
      <p:sp>
        <p:nvSpPr>
          <p:cNvPr id="12" name="">
            <a:extLst xmlns:a="http://schemas.openxmlformats.org/drawingml/2006/main">
              <a:ext uri="{FF2B5EF4-FFF2-40B4-BE49-F238E27FC236}">
                <a16:creationId xmlns:a16="http://schemas.microsoft.com/office/drawing/2014/main" id="{5825A076-FB3D-4D36-8C40-13CC4A165758}"/>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EEFD22CB-A409-41DE-8CAD-C5E280302EFD}"/>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A517DF78-4744-4261-8D1D-D4C61FE8BA71}"/>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Log the transition</a:t>
            </a:r>
          </a:p>
        </p:txBody>
      </p:sp>
      <p:sp>
        <p:nvSpPr>
          <p:cNvPr id="15" name="">
            <a:extLst xmlns:a="http://schemas.openxmlformats.org/drawingml/2006/main">
              <a:ext uri="{FF2B5EF4-FFF2-40B4-BE49-F238E27FC236}">
                <a16:creationId xmlns:a16="http://schemas.microsoft.com/office/drawing/2014/main" id="{90F4AA17-FEE4-483B-AA18-2C820520A472}"/>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2 min setup • 7 min walkthrough • 3 min questions</a:t>
            </a:r>
          </a:p>
        </p:txBody>
      </p:sp>
      <p:sp>
        <p:nvSpPr>
          <p:cNvPr id="16" name="">
            <a:extLst xmlns:a="http://schemas.openxmlformats.org/drawingml/2006/main">
              <a:ext uri="{FF2B5EF4-FFF2-40B4-BE49-F238E27FC236}">
                <a16:creationId xmlns:a16="http://schemas.microsoft.com/office/drawing/2014/main" id="{5FEEF5E1-5C78-4FF5-AA11-B24243815091}"/>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D59AEFE7-3B50-4C62-B43C-F69897112E5F}"/>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03  •  CODE REVIEW HARNESS</a:t>
            </a:r>
          </a:p>
        </p:txBody>
      </p:sp>
      <p:sp>
        <p:nvSpPr>
          <p:cNvPr id="18" name="">
            <a:extLst xmlns:a="http://schemas.openxmlformats.org/drawingml/2006/main">
              <a:ext uri="{FF2B5EF4-FFF2-40B4-BE49-F238E27FC236}">
                <a16:creationId xmlns:a16="http://schemas.microsoft.com/office/drawing/2014/main" id="{5D65772B-C398-4BA8-A48D-0A5E78A4DAC2}"/>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11883882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8F786E0-2E30-4EC2-918F-DBE9ED068765}"/>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DESIGN WALKTHROUGH</a:t>
            </a:r>
          </a:p>
        </p:txBody>
      </p:sp>
      <p:sp>
        <p:nvSpPr>
          <p:cNvPr id="2" name="">
            <a:extLst xmlns:a="http://schemas.openxmlformats.org/drawingml/2006/main">
              <a:ext uri="{FF2B5EF4-FFF2-40B4-BE49-F238E27FC236}">
                <a16:creationId xmlns:a16="http://schemas.microsoft.com/office/drawing/2014/main" id="{1E212352-80E1-4F4F-89E6-2E2732CEBC35}"/>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677AD6B1-0267-46BE-9D7F-681AF814FAC1}"/>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Specify identity, boundaries, and safe incomplete-input behavior.</a:t>
            </a:r>
          </a:p>
        </p:txBody>
      </p:sp>
      <p:sp>
        <p:nvSpPr>
          <p:cNvPr id="4" name="">
            <a:extLst xmlns:a="http://schemas.openxmlformats.org/drawingml/2006/main">
              <a:ext uri="{FF2B5EF4-FFF2-40B4-BE49-F238E27FC236}">
                <a16:creationId xmlns:a16="http://schemas.microsoft.com/office/drawing/2014/main" id="{0495A787-9F9B-4503-BBBC-FD2013D6B226}"/>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7FD77652-2DC8-4873-912D-4E2B2F68743E}"/>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AD86D459-F08D-470F-A37C-ECBEAF9B15C9}"/>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Designation</a:t>
            </a:r>
          </a:p>
        </p:txBody>
      </p:sp>
      <p:sp>
        <p:nvSpPr>
          <p:cNvPr id="7" name="">
            <a:extLst xmlns:a="http://schemas.openxmlformats.org/drawingml/2006/main">
              <a:ext uri="{FF2B5EF4-FFF2-40B4-BE49-F238E27FC236}">
                <a16:creationId xmlns:a16="http://schemas.microsoft.com/office/drawing/2014/main" id="{7D12FF31-0ABA-41D0-A4F2-0F29176385E8}"/>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DF6F3D67-F3D3-4395-A7B1-B1F87632E9E9}"/>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BD5D1C39-AEC5-4D53-BD78-CFB42C6FC2CF}"/>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Question</a:t>
            </a:r>
          </a:p>
        </p:txBody>
      </p:sp>
      <p:sp>
        <p:nvSpPr>
          <p:cNvPr id="10" name="">
            <a:extLst xmlns:a="http://schemas.openxmlformats.org/drawingml/2006/main">
              <a:ext uri="{FF2B5EF4-FFF2-40B4-BE49-F238E27FC236}">
                <a16:creationId xmlns:a16="http://schemas.microsoft.com/office/drawing/2014/main" id="{4C08C912-3352-4B77-B5A6-39F18FE3AC0F}"/>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42EABA9C-2B93-4E79-A239-173C601ED1E0}"/>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33EEA8C7-294C-4181-8380-FA3E75650193}"/>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Exclusions</a:t>
            </a:r>
          </a:p>
        </p:txBody>
      </p:sp>
      <p:sp>
        <p:nvSpPr>
          <p:cNvPr id="13" name="">
            <a:extLst xmlns:a="http://schemas.openxmlformats.org/drawingml/2006/main">
              <a:ext uri="{FF2B5EF4-FFF2-40B4-BE49-F238E27FC236}">
                <a16:creationId xmlns:a16="http://schemas.microsoft.com/office/drawing/2014/main" id="{A8C4EA7B-5968-4259-8AFB-1A0F6B7AC8B1}"/>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70CF367F-C66A-4D59-A0AE-8BA3F81DE75A}"/>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2194FD5A-4CF2-4B30-895A-CA190896C978}"/>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Ready guard</a:t>
            </a:r>
          </a:p>
        </p:txBody>
      </p:sp>
      <p:sp>
        <p:nvSpPr>
          <p:cNvPr id="16" name="">
            <a:extLst xmlns:a="http://schemas.openxmlformats.org/drawingml/2006/main">
              <a:ext uri="{FF2B5EF4-FFF2-40B4-BE49-F238E27FC236}">
                <a16:creationId xmlns:a16="http://schemas.microsoft.com/office/drawing/2014/main" id="{09240EC0-7C79-4CCB-BA41-3729975C622D}"/>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1D67EE61-C9B1-44D6-8859-FEADEA4518FE}"/>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EC9ACF41-344B-4782-BD58-9B035DFE9C30}"/>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Failure state</a:t>
            </a:r>
          </a:p>
        </p:txBody>
      </p:sp>
      <p:sp>
        <p:nvSpPr>
          <p:cNvPr id="19" name="">
            <a:extLst xmlns:a="http://schemas.openxmlformats.org/drawingml/2006/main">
              <a:ext uri="{FF2B5EF4-FFF2-40B4-BE49-F238E27FC236}">
                <a16:creationId xmlns:a16="http://schemas.microsoft.com/office/drawing/2014/main" id="{FCDBED82-03BA-4A42-AACC-5BC81452BA32}"/>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671833A6-5765-48AD-8D27-A3E06ABA166E}"/>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6B196898-20A5-452E-A578-8DE10B9AFADD}"/>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Next action</a:t>
            </a:r>
          </a:p>
        </p:txBody>
      </p:sp>
      <p:sp>
        <p:nvSpPr>
          <p:cNvPr id="22" name="">
            <a:extLst xmlns:a="http://schemas.openxmlformats.org/drawingml/2006/main">
              <a:ext uri="{FF2B5EF4-FFF2-40B4-BE49-F238E27FC236}">
                <a16:creationId xmlns:a16="http://schemas.microsoft.com/office/drawing/2014/main" id="{8026806E-D3D5-4AF9-9D9A-49D12D508983}"/>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6EF88CE2-93EF-4286-AD24-E4D46FC1D8F7}"/>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03  •  CODE REVIEW HARNESS</a:t>
            </a:r>
          </a:p>
        </p:txBody>
      </p:sp>
      <p:sp>
        <p:nvSpPr>
          <p:cNvPr id="24" name="">
            <a:extLst xmlns:a="http://schemas.openxmlformats.org/drawingml/2006/main">
              <a:ext uri="{FF2B5EF4-FFF2-40B4-BE49-F238E27FC236}">
                <a16:creationId xmlns:a16="http://schemas.microsoft.com/office/drawing/2014/main" id="{1B6241A2-0C28-4883-8B16-0CCDAD429543}"/>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2143836327"/>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B54FE54-5F89-4547-BD94-1B59CAC4B0E3}"/>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03  •  EXIT TICKET</a:t>
            </a:r>
          </a:p>
        </p:txBody>
      </p:sp>
      <p:sp>
        <p:nvSpPr>
          <p:cNvPr id="2" name="">
            <a:extLst xmlns:a="http://schemas.openxmlformats.org/drawingml/2006/main">
              <a:ext uri="{FF2B5EF4-FFF2-40B4-BE49-F238E27FC236}">
                <a16:creationId xmlns:a16="http://schemas.microsoft.com/office/drawing/2014/main" id="{2D320C7C-145E-4547-AEF9-2EE8F622982A}"/>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Route one question and explain both its agent boundary and its next legal state transition.</a:t>
            </a:r>
          </a:p>
        </p:txBody>
      </p:sp>
      <p:sp>
        <p:nvSpPr>
          <p:cNvPr id="3" name="">
            <a:extLst xmlns:a="http://schemas.openxmlformats.org/drawingml/2006/main">
              <a:ext uri="{FF2B5EF4-FFF2-40B4-BE49-F238E27FC236}">
                <a16:creationId xmlns:a16="http://schemas.microsoft.com/office/drawing/2014/main" id="{6C1467B7-E7EC-4586-AC58-7138C166D29B}"/>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7E39B7A8-B271-4B25-BD22-BFE96D16F889}"/>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22C1DB36-9ACC-4E86-8496-6C710C917C0D}"/>
              </a:ext>
            </a:extLst>
          </p:cNvPr>
          <p:cNvSpPr>
            <a:spLocks xmlns:a="http://schemas.openxmlformats.org/drawingml/2006/main" noGrp="1"/>
          </p:cNvSpPr>
          <p:nvPr/>
        </p:nvSpPr>
        <p:spPr>
          <a:xfrm xmlns:a="http://schemas.openxmlformats.org/drawingml/2006/main">
            <a:off x="495300" y="60960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04</a:t>
            </a:r>
          </a:p>
        </p:txBody>
      </p:sp>
    </p:spTree>
    <p:extLst>
      <p:ext uri="{BB962C8B-B14F-4D97-AF65-F5344CB8AC3E}">
        <p14:creationId xmlns:p14="http://schemas.microsoft.com/office/powerpoint/2010/main" val="8739149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2026-07-30T17:35:55.9170000Z</dcterms:created>
  <dcterms:modified xsi:type="dcterms:W3CDTF">2026-07-30T17:35:55.9170000Z</dcterms:modified>
</coreProperties>
</file>