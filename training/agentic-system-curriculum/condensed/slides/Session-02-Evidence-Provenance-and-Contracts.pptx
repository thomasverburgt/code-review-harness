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70dd8bac4e84095" /><Relationship Type="http://schemas.openxmlformats.org/officeDocument/2006/relationships/extended-properties" Target="/docProps/app.xml" Id="R9f42cd4e305f4a87" /><Relationship Type="http://schemas.openxmlformats.org/officeDocument/2006/relationships/officeDocument" Target="/ppt/presentation.xml" Id="R02668ffa45814eb9" /></Relationships>
</file>

<file path=ppt/presentation.xml><?xml version="1.0" encoding="utf-8"?>
<p:presentation xmlns:p="http://schemas.openxmlformats.org/presentationml/2006/main">
  <p:sldMasterIdLst>
    <p:sldMasterId xmlns:r="http://schemas.openxmlformats.org/officeDocument/2006/relationships" id="2147483648" r:id="R1433db5e6a09497c"/>
  </p:sldMasterIdLst>
  <p:notesMasterIdLst>
    <p:notesMasterId xmlns:r="http://schemas.openxmlformats.org/officeDocument/2006/relationships" r:id="Rf3371dc8fd65455e"/>
  </p:notesMasterIdLst>
  <p:sldIdLst>
    <p:sldId xmlns:r="http://schemas.openxmlformats.org/officeDocument/2006/relationships" id="256" r:id="Re48c4a283a5646d0"/>
    <p:sldId xmlns:r="http://schemas.openxmlformats.org/officeDocument/2006/relationships" id="257" r:id="R5e9991ad98cf4303"/>
    <p:sldId xmlns:r="http://schemas.openxmlformats.org/officeDocument/2006/relationships" id="258" r:id="Rf403f09464fa4f6f"/>
    <p:sldId xmlns:r="http://schemas.openxmlformats.org/officeDocument/2006/relationships" id="259" r:id="R1b79e9cd34f442cc"/>
    <p:sldId xmlns:r="http://schemas.openxmlformats.org/officeDocument/2006/relationships" id="260" r:id="R49e958cde53b46da"/>
    <p:sldId xmlns:r="http://schemas.openxmlformats.org/officeDocument/2006/relationships" id="261" r:id="R8ac83695024a4409"/>
    <p:sldId xmlns:r="http://schemas.openxmlformats.org/officeDocument/2006/relationships" id="262" r:id="R154a8ae320ab468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14556e3f876412b" /><Relationship Type="http://schemas.openxmlformats.org/officeDocument/2006/relationships/slideMaster" Target="/ppt/slideMasters/slideMaster1.xml" Id="R1433db5e6a09497c" /><Relationship Type="http://schemas.openxmlformats.org/officeDocument/2006/relationships/notesMaster" Target="/ppt/notesMasters/notesMaster1.xml" Id="Rf3371dc8fd65455e" /><Relationship Type="http://schemas.openxmlformats.org/officeDocument/2006/relationships/presProps" Target="/ppt/presProps.xml" Id="R10ed62563d1a4bb9" /><Relationship Type="http://schemas.openxmlformats.org/officeDocument/2006/relationships/tableStyles" Target="/ppt/tableStyles.xml" Id="R478ff34207f04682" /><Relationship Type="http://schemas.openxmlformats.org/officeDocument/2006/relationships/slide" Target="/ppt/slides/slide1.xml" Id="Re48c4a283a5646d0" /><Relationship Type="http://schemas.openxmlformats.org/officeDocument/2006/relationships/slide" Target="/ppt/slides/slide2.xml" Id="R5e9991ad98cf4303" /><Relationship Type="http://schemas.openxmlformats.org/officeDocument/2006/relationships/slide" Target="/ppt/slides/slide3.xml" Id="Rf403f09464fa4f6f" /><Relationship Type="http://schemas.openxmlformats.org/officeDocument/2006/relationships/slide" Target="/ppt/slides/slide4.xml" Id="R1b79e9cd34f442cc" /><Relationship Type="http://schemas.openxmlformats.org/officeDocument/2006/relationships/slide" Target="/ppt/slides/slide5.xml" Id="R49e958cde53b46da" /><Relationship Type="http://schemas.openxmlformats.org/officeDocument/2006/relationships/slide" Target="/ppt/slides/slide6.xml" Id="R8ac83695024a4409" /><Relationship Type="http://schemas.openxmlformats.org/officeDocument/2006/relationships/slide" Target="/ppt/slides/slide7.xml" Id="R154a8ae320ab468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f96f52277654fa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029421050e849d1" /><Relationship Type="http://schemas.openxmlformats.org/officeDocument/2006/relationships/notesMaster" Target="/ppt/notesMasters/notesMaster1.xml" Id="R0d14b797aac84f7c" /></Relationships>
</file>

<file path=ppt/notesSlides/_rels/notesSlide2.xml.rels>&#65279;<?xml version="1.0" encoding="utf-8"?><Relationships xmlns="http://schemas.openxmlformats.org/package/2006/relationships"><Relationship Type="http://schemas.openxmlformats.org/officeDocument/2006/relationships/slide" Target="/ppt/slides/slide2.xml" Id="Ra7086bdfa00544f8" /><Relationship Type="http://schemas.openxmlformats.org/officeDocument/2006/relationships/notesMaster" Target="/ppt/notesMasters/notesMaster1.xml" Id="Rfa087f2ed3744792" /></Relationships>
</file>

<file path=ppt/notesSlides/_rels/notesSlide3.xml.rels>&#65279;<?xml version="1.0" encoding="utf-8"?><Relationships xmlns="http://schemas.openxmlformats.org/package/2006/relationships"><Relationship Type="http://schemas.openxmlformats.org/officeDocument/2006/relationships/slide" Target="/ppt/slides/slide3.xml" Id="R25712843024843cb" /><Relationship Type="http://schemas.openxmlformats.org/officeDocument/2006/relationships/notesMaster" Target="/ppt/notesMasters/notesMaster1.xml" Id="Rc15a3ed6cd4a44fd" /></Relationships>
</file>

<file path=ppt/notesSlides/_rels/notesSlide4.xml.rels>&#65279;<?xml version="1.0" encoding="utf-8"?><Relationships xmlns="http://schemas.openxmlformats.org/package/2006/relationships"><Relationship Type="http://schemas.openxmlformats.org/officeDocument/2006/relationships/slide" Target="/ppt/slides/slide4.xml" Id="R45f8c552c5ee4adb" /><Relationship Type="http://schemas.openxmlformats.org/officeDocument/2006/relationships/notesMaster" Target="/ppt/notesMasters/notesMaster1.xml" Id="Rd423edc4086d495c" /></Relationships>
</file>

<file path=ppt/notesSlides/_rels/notesSlide5.xml.rels>&#65279;<?xml version="1.0" encoding="utf-8"?><Relationships xmlns="http://schemas.openxmlformats.org/package/2006/relationships"><Relationship Type="http://schemas.openxmlformats.org/officeDocument/2006/relationships/slide" Target="/ppt/slides/slide5.xml" Id="Reef33cdbddb44a04" /><Relationship Type="http://schemas.openxmlformats.org/officeDocument/2006/relationships/notesMaster" Target="/ppt/notesMasters/notesMaster1.xml" Id="Reef5af28cfc84b1f" /></Relationships>
</file>

<file path=ppt/notesSlides/_rels/notesSlide6.xml.rels>&#65279;<?xml version="1.0" encoding="utf-8"?><Relationships xmlns="http://schemas.openxmlformats.org/package/2006/relationships"><Relationship Type="http://schemas.openxmlformats.org/officeDocument/2006/relationships/slide" Target="/ppt/slides/slide6.xml" Id="R37a1d6f56fa94e94" /><Relationship Type="http://schemas.openxmlformats.org/officeDocument/2006/relationships/notesMaster" Target="/ppt/notesMasters/notesMaster1.xml" Id="R2e59509056a34ab1" /></Relationships>
</file>

<file path=ppt/notesSlides/_rels/notesSlide7.xml.rels>&#65279;<?xml version="1.0" encoding="utf-8"?><Relationships xmlns="http://schemas.openxmlformats.org/package/2006/relationships"><Relationship Type="http://schemas.openxmlformats.org/officeDocument/2006/relationships/slide" Target="/ppt/slides/slide7.xml" Id="R12fcb2f5be794dc5" /><Relationship Type="http://schemas.openxmlformats.org/officeDocument/2006/relationships/notesMaster" Target="/ppt/notesMasters/notesMaster1.xml" Id="R58782e424e8248a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learners and read the driving question aloud. Ask for a quick show of hands: who has used an AI assistant, who has relied on an automated code-review tool, and who has had to explain why an automated finding was correct? Frame this session as engineering a trustworthy system around model capability. Preview that every claim in the course will be tied to evidence, a contract, a workflow state, or a human authority boundary. Do not teach the whole session from the title slide; use it to establish the problem and invite one concrete experience from the room.</a:t>
            </a:r>
          </a:p>
          <a:p xmlns:a="http://schemas.openxmlformats.org/drawingml/2006/main">
            <a:r>
              <a:t/>
            </a:r>
          </a:p>
          <a:p xmlns:a="http://schemas.openxmlformats.org/drawingml/2006/main">
            <a:r>
              <a:t>[Sources]</a:t>
            </a:r>
          </a:p>
          <a:p xmlns:a="http://schemas.openxmlformats.org/drawingml/2006/main">
            <a:r>
              <a:t>- Code Review Harness repository: contracts/evidence-contract.md; contracts/contract-dependency-graph.md; contracts/style-and-validation.md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the outcomes as observable capabilities. Preview the 55-minute rhythm: mental model, worked example, instructor demonstration, prompt walkthrough, and knowledge check. Keep participation conversational and spend no more than four minutes here.</a:t>
            </a:r>
          </a:p>
          <a:p xmlns:a="http://schemas.openxmlformats.org/drawingml/2006/main">
            <a:r>
              <a:t/>
            </a:r>
          </a:p>
          <a:p xmlns:a="http://schemas.openxmlformats.org/drawingml/2006/main">
            <a:r>
              <a:t>[Sources]</a:t>
            </a:r>
          </a:p>
          <a:p xmlns:a="http://schemas.openxmlformats.org/drawingml/2006/main">
            <a:r>
              <a:t>- Code Review Harness repository: contracts/evidence-contract.md; contracts/contract-dependency-graph.md; contracts/style-and-validation.md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 the four terms by asking learners to compare responsibilities, not definitions. For each card, ask: what can this thing guarantee, and what can it only attempt? Use the connecting marks to emphasize that the concepts cooperate but are not interchangeable. Invite learners to supply an example from familiar CI/CD tooling. Correct any answer that treats fluent language as proof of evidence, treats a workflow as a simple checklist, or treats the harness as merely a place to store prompts. End by having pairs explain the full mental model in sixty seconds without using the word “AI.”</a:t>
            </a:r>
          </a:p>
          <a:p xmlns:a="http://schemas.openxmlformats.org/drawingml/2006/main">
            <a:r>
              <a:t/>
            </a:r>
          </a:p>
          <a:p xmlns:a="http://schemas.openxmlformats.org/drawingml/2006/main">
            <a:r>
              <a:t>[Sources]</a:t>
            </a:r>
          </a:p>
          <a:p xmlns:a="http://schemas.openxmlformats.org/drawingml/2006/main">
            <a:r>
              <a:t>- Code Review Harness repository: contracts/evidence-contract.md; contracts/contract-dependency-graph.md; contracts/style-and-validation.md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the example from left to right. At each handoff ask the room to name the producer, artifact, contract, validation condition, and consumer. Pause before the final box and ask who has authority to act. If the session includes failure branches, show that a safe system records why progress stopped instead of hiding the gap or guessing. Use one concrete repository example—such as a dependency, a secret, or a release artifact—but keep the technical details secondary to the control flow. The goal is for learners to see causality and traceability, not memorize labels.</a:t>
            </a:r>
          </a:p>
          <a:p xmlns:a="http://schemas.openxmlformats.org/drawingml/2006/main">
            <a:r>
              <a:t/>
            </a:r>
          </a:p>
          <a:p xmlns:a="http://schemas.openxmlformats.org/drawingml/2006/main">
            <a:r>
              <a:t>[Sources]</a:t>
            </a:r>
          </a:p>
          <a:p xmlns:a="http://schemas.openxmlformats.org/drawingml/2006/main">
            <a:r>
              <a:t>- Code Review Harness repository: contracts/evidence-contract.md; contracts/contract-dependency-graph.md; contracts/style-and-validation.md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this as a live instructor demonstration, not a learner exercise. Use one prepared repository example and narrate each decision shown on screen. Pause after each step for one evidence question from the room. Keep the demonstration to twelve minutes and preserve the before-and-after artifact for reference.</a:t>
            </a:r>
          </a:p>
          <a:p xmlns:a="http://schemas.openxmlformats.org/drawingml/2006/main">
            <a:r>
              <a:t/>
            </a:r>
          </a:p>
          <a:p xmlns:a="http://schemas.openxmlformats.org/drawingml/2006/main">
            <a:r>
              <a:t>[Sources]</a:t>
            </a:r>
          </a:p>
          <a:p xmlns:a="http://schemas.openxmlformats.org/drawingml/2006/main">
            <a:r>
              <a:t>- Code Review Harness repository: contracts/evidence-contract.md; contracts/contract-dependency-graph.md; contracts/style-and-validation.md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the six blocks using a prepared prompt fragment. For each block, cite the contract or role specification that justifies it, then show one unsafe omission and its smallest repair. Invite verbal predictions before revealing the corrected clause. Keep this instructor-led and finish in ten minutes.</a:t>
            </a:r>
          </a:p>
          <a:p xmlns:a="http://schemas.openxmlformats.org/drawingml/2006/main">
            <a:r>
              <a:t/>
            </a:r>
          </a:p>
          <a:p xmlns:a="http://schemas.openxmlformats.org/drawingml/2006/main">
            <a:r>
              <a:t>[Sources]</a:t>
            </a:r>
          </a:p>
          <a:p xmlns:a="http://schemas.openxmlformats.org/drawingml/2006/main">
            <a:r>
              <a:t>- Code Review Harness repository: contracts/evidence-contract.md; contracts/contract-dependency-graph.md; contracts/style-and-validation.md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as a two-minute knowledge check. Ask for one evidence-backed answer and one correction or refinement from the room. Close by connecting the session to the next topic. Do not assign a graded deliverable.</a:t>
            </a:r>
          </a:p>
          <a:p xmlns:a="http://schemas.openxmlformats.org/drawingml/2006/main">
            <a:r>
              <a:t/>
            </a:r>
          </a:p>
          <a:p xmlns:a="http://schemas.openxmlformats.org/drawingml/2006/main">
            <a:r>
              <a:t>[Sources]</a:t>
            </a:r>
          </a:p>
          <a:p xmlns:a="http://schemas.openxmlformats.org/drawingml/2006/main">
            <a:r>
              <a:t>- Code Review Harness repository: contracts/evidence-contract.md; contracts/contract-dependency-graph.md; contracts/style-and-validation.md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6d17c42d379449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1f99dc7cc414b6a" /><Relationship Type="http://schemas.openxmlformats.org/officeDocument/2006/relationships/slideLayout" Target="/ppt/slideLayouts/slideLayout1.xml" Id="R44b77168e0094b7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4b77168e0094b7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28f7bc1449a4fc2" /><Relationship Type="http://schemas.openxmlformats.org/officeDocument/2006/relationships/notesSlide" Target="/ppt/notesSlides/notesSlide1.xml" Id="R45860079d4a1477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4a1d1a1978841f0" /><Relationship Type="http://schemas.openxmlformats.org/officeDocument/2006/relationships/notesSlide" Target="/ppt/notesSlides/notesSlide2.xml" Id="R39ed67f2be54429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c573a157aad49a7" /><Relationship Type="http://schemas.openxmlformats.org/officeDocument/2006/relationships/notesSlide" Target="/ppt/notesSlides/notesSlide3.xml" Id="R30024f0510004ec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41434098d934039" /><Relationship Type="http://schemas.openxmlformats.org/officeDocument/2006/relationships/notesSlide" Target="/ppt/notesSlides/notesSlide4.xml" Id="R099423ba71274b3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defbc5bea7d4399" /><Relationship Type="http://schemas.openxmlformats.org/officeDocument/2006/relationships/notesSlide" Target="/ppt/notesSlides/notesSlide5.xml" Id="R45862acd8cd44f1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546352eedb64334" /><Relationship Type="http://schemas.openxmlformats.org/officeDocument/2006/relationships/notesSlide" Target="/ppt/notesSlides/notesSlide6.xml" Id="Re6b5ebd569fc463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f2aca92e03645e2" /><Relationship Type="http://schemas.openxmlformats.org/officeDocument/2006/relationships/notesSlide" Target="/ppt/notesSlides/notesSlide7.xml" Id="R50ba3e455a0d4039"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0182345-0C6D-4F37-809F-BBF1257A78B6}"/>
              </a:ext>
            </a:extLst>
          </p:cNvPr>
          <p:cNvSpPr>
            <a:spLocks xmlns:a="http://schemas.openxmlformats.org/drawingml/2006/main" noGrp="1"/>
          </p:cNvSpPr>
          <p:nvPr/>
        </p:nvSpPr>
        <p:spPr>
          <a:xfrm xmlns:a="http://schemas.openxmlformats.org/drawingml/2006/main">
            <a:off x="7429500" y="0"/>
            <a:ext cx="4762500" cy="6858000"/>
          </a:xfrm>
          <a:prstGeom xmlns:a="http://schemas.openxmlformats.org/drawingml/2006/main" prst="roundRect">
            <a:avLst>
              <a:gd name="adj" fmla="val 1600"/>
            </a:avLst>
          </a:prstGeom>
          <a:solidFill xmlns:a="http://schemas.openxmlformats.org/drawingml/2006/main">
            <a:srgbClr val="EAF5FB"/>
          </a:solidFill>
          <a:ln xmlns:a="http://schemas.openxmlformats.org/drawingml/2006/main" w="9525">
            <a:solidFill>
              <a:srgbClr val="EAF5FB"/>
            </a:solidFill>
            <a:prstDash val="solid"/>
          </a:ln>
        </p:spPr>
      </p:sp>
      <p:sp>
        <p:nvSpPr>
          <p:cNvPr id="2" name="">
            <a:extLst xmlns:a="http://schemas.openxmlformats.org/drawingml/2006/main">
              <a:ext uri="{FF2B5EF4-FFF2-40B4-BE49-F238E27FC236}">
                <a16:creationId xmlns:a16="http://schemas.microsoft.com/office/drawing/2014/main" id="{CF125068-4391-4621-BE5E-4E6E4556F28B}"/>
              </a:ext>
            </a:extLst>
          </p:cNvPr>
          <p:cNvSpPr>
            <a:spLocks xmlns:a="http://schemas.openxmlformats.org/drawingml/2006/main" noGrp="1"/>
          </p:cNvSpPr>
          <p:nvPr/>
        </p:nvSpPr>
        <p:spPr>
          <a:xfrm xmlns:a="http://schemas.openxmlformats.org/drawingml/2006/main">
            <a:off x="7429500" y="0"/>
            <a:ext cx="114300" cy="68580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3" name="">
            <a:extLst xmlns:a="http://schemas.openxmlformats.org/drawingml/2006/main">
              <a:ext uri="{FF2B5EF4-FFF2-40B4-BE49-F238E27FC236}">
                <a16:creationId xmlns:a16="http://schemas.microsoft.com/office/drawing/2014/main" id="{CA585896-1ADB-49A0-AD9E-68622675C39D}"/>
              </a:ext>
            </a:extLst>
          </p:cNvPr>
          <p:cNvSpPr>
            <a:spLocks xmlns:a="http://schemas.openxmlformats.org/drawingml/2006/main" noGrp="1"/>
          </p:cNvSpPr>
          <p:nvPr/>
        </p:nvSpPr>
        <p:spPr>
          <a:xfrm xmlns:a="http://schemas.openxmlformats.org/drawingml/2006/main">
            <a:off x="495300" y="4953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2E74B5"/>
                </a:solidFill>
                <a:latin typeface="Aptos"/>
                <a:ea typeface="Aptos"/>
                <a:cs typeface="Aptos"/>
              </a:defRPr>
            </a:pPr>
            <a:r>
              <a:rPr sz="1050" b="1">
                <a:solidFill>
                  <a:srgbClr val="2E74B5"/>
                </a:solidFill>
                <a:latin typeface="Aptos"/>
                <a:ea typeface="Aptos"/>
                <a:cs typeface="Aptos"/>
              </a:rPr>
              <a:t>SESSION 02</a:t>
            </a:r>
          </a:p>
        </p:txBody>
      </p:sp>
      <p:sp>
        <p:nvSpPr>
          <p:cNvPr id="4" name="">
            <a:extLst xmlns:a="http://schemas.openxmlformats.org/drawingml/2006/main">
              <a:ext uri="{FF2B5EF4-FFF2-40B4-BE49-F238E27FC236}">
                <a16:creationId xmlns:a16="http://schemas.microsoft.com/office/drawing/2014/main" id="{B76146BC-E0D6-436A-B650-6EEA37132481}"/>
              </a:ext>
            </a:extLst>
          </p:cNvPr>
          <p:cNvSpPr>
            <a:spLocks xmlns:a="http://schemas.openxmlformats.org/drawingml/2006/main" noGrp="1"/>
          </p:cNvSpPr>
          <p:nvPr/>
        </p:nvSpPr>
        <p:spPr>
          <a:xfrm xmlns:a="http://schemas.openxmlformats.org/drawingml/2006/main">
            <a:off x="495300" y="1428750"/>
            <a:ext cx="62865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l">
              <a:defRPr sz="3900" b="1">
                <a:solidFill>
                  <a:srgbClr val="111827"/>
                </a:solidFill>
                <a:latin typeface="Aptos"/>
                <a:ea typeface="Aptos"/>
                <a:cs typeface="Aptos"/>
              </a:defRPr>
            </a:pPr>
            <a:r>
              <a:rPr sz="3900" b="1">
                <a:solidFill>
                  <a:srgbClr val="111827"/>
                </a:solidFill>
                <a:latin typeface="Aptos"/>
                <a:ea typeface="Aptos"/>
                <a:cs typeface="Aptos"/>
              </a:rPr>
              <a:t>Evidence, Provenance, and Contracts</a:t>
            </a:r>
          </a:p>
        </p:txBody>
      </p:sp>
      <p:sp>
        <p:nvSpPr>
          <p:cNvPr id="5" name="">
            <a:extLst xmlns:a="http://schemas.openxmlformats.org/drawingml/2006/main">
              <a:ext uri="{FF2B5EF4-FFF2-40B4-BE49-F238E27FC236}">
                <a16:creationId xmlns:a16="http://schemas.microsoft.com/office/drawing/2014/main" id="{2830BBDD-ABE7-467B-AC4D-63863DC90319}"/>
              </a:ext>
            </a:extLst>
          </p:cNvPr>
          <p:cNvSpPr>
            <a:spLocks xmlns:a="http://schemas.openxmlformats.org/drawingml/2006/main" noGrp="1"/>
          </p:cNvSpPr>
          <p:nvPr/>
        </p:nvSpPr>
        <p:spPr>
          <a:xfrm xmlns:a="http://schemas.openxmlformats.org/drawingml/2006/main">
            <a:off x="495300" y="3952875"/>
            <a:ext cx="59055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0">
                <a:solidFill>
                  <a:srgbClr val="52606D"/>
                </a:solidFill>
                <a:latin typeface="Aptos"/>
                <a:ea typeface="Aptos"/>
                <a:cs typeface="Aptos"/>
              </a:defRPr>
            </a:pPr>
            <a:r>
              <a:rPr sz="1875" b="0">
                <a:solidFill>
                  <a:srgbClr val="52606D"/>
                </a:solidFill>
                <a:latin typeface="Aptos"/>
                <a:ea typeface="Aptos"/>
                <a:cs typeface="Aptos"/>
              </a:rPr>
              <a:t>How can another engineer reproduce and validate an agent’s result?</a:t>
            </a:r>
          </a:p>
        </p:txBody>
      </p:sp>
      <p:sp>
        <p:nvSpPr>
          <p:cNvPr id="6" name="">
            <a:extLst xmlns:a="http://schemas.openxmlformats.org/drawingml/2006/main">
              <a:ext uri="{FF2B5EF4-FFF2-40B4-BE49-F238E27FC236}">
                <a16:creationId xmlns:a16="http://schemas.microsoft.com/office/drawing/2014/main" id="{6BAB3389-0E58-4234-9A4B-AF16EEDE96C6}"/>
              </a:ext>
            </a:extLst>
          </p:cNvPr>
          <p:cNvSpPr>
            <a:spLocks xmlns:a="http://schemas.openxmlformats.org/drawingml/2006/main" noGrp="1"/>
          </p:cNvSpPr>
          <p:nvPr/>
        </p:nvSpPr>
        <p:spPr>
          <a:xfrm xmlns:a="http://schemas.openxmlformats.org/drawingml/2006/main">
            <a:off x="8096250" y="1428750"/>
            <a:ext cx="3143250" cy="3143250"/>
          </a:xfrm>
          <a:prstGeom xmlns:a="http://schemas.openxmlformats.org/drawingml/2006/main" prst="roundRect">
            <a:avLst>
              <a:gd name="adj" fmla="val 4848"/>
            </a:avLst>
          </a:prstGeom>
          <a:solidFill xmlns:a="http://schemas.openxmlformats.org/drawingml/2006/main">
            <a:srgbClr val="FFFFFF"/>
          </a:solidFill>
          <a:ln xmlns:a="http://schemas.openxmlformats.org/drawingml/2006/main" w="9525">
            <a:solidFill>
              <a:srgbClr val="CBD5E1"/>
            </a:solidFill>
            <a:prstDash val="solid"/>
          </a:ln>
        </p:spPr>
      </p:sp>
      <p:sp>
        <p:nvSpPr>
          <p:cNvPr id="7" name="">
            <a:extLst xmlns:a="http://schemas.openxmlformats.org/drawingml/2006/main">
              <a:ext uri="{FF2B5EF4-FFF2-40B4-BE49-F238E27FC236}">
                <a16:creationId xmlns:a16="http://schemas.microsoft.com/office/drawing/2014/main" id="{CDB0A5CC-1673-4027-83E2-02D19E6D4B75}"/>
              </a:ext>
            </a:extLst>
          </p:cNvPr>
          <p:cNvSpPr>
            <a:spLocks xmlns:a="http://schemas.openxmlformats.org/drawingml/2006/main" noGrp="1"/>
          </p:cNvSpPr>
          <p:nvPr/>
        </p:nvSpPr>
        <p:spPr>
          <a:xfrm xmlns:a="http://schemas.openxmlformats.org/drawingml/2006/main">
            <a:off x="8429625" y="1762125"/>
            <a:ext cx="2476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050" b="1">
                <a:solidFill>
                  <a:srgbClr val="2E74B5"/>
                </a:solidFill>
                <a:latin typeface="Aptos"/>
                <a:ea typeface="Aptos"/>
                <a:cs typeface="Aptos"/>
              </a:defRPr>
            </a:pPr>
            <a:r>
              <a:rPr sz="7050" b="1">
                <a:solidFill>
                  <a:srgbClr val="2E74B5"/>
                </a:solidFill>
                <a:latin typeface="Aptos"/>
                <a:ea typeface="Aptos"/>
                <a:cs typeface="Aptos"/>
              </a:rPr>
              <a:t>02</a:t>
            </a:r>
          </a:p>
        </p:txBody>
      </p:sp>
      <p:sp>
        <p:nvSpPr>
          <p:cNvPr id="8" name="">
            <a:extLst xmlns:a="http://schemas.openxmlformats.org/drawingml/2006/main">
              <a:ext uri="{FF2B5EF4-FFF2-40B4-BE49-F238E27FC236}">
                <a16:creationId xmlns:a16="http://schemas.microsoft.com/office/drawing/2014/main" id="{21FE08B7-0298-46BF-93FB-9A2F7DB64170}"/>
              </a:ext>
            </a:extLst>
          </p:cNvPr>
          <p:cNvSpPr>
            <a:spLocks xmlns:a="http://schemas.openxmlformats.org/drawingml/2006/main" noGrp="1"/>
          </p:cNvSpPr>
          <p:nvPr/>
        </p:nvSpPr>
        <p:spPr>
          <a:xfrm xmlns:a="http://schemas.openxmlformats.org/drawingml/2006/main">
            <a:off x="8429625" y="3352800"/>
            <a:ext cx="2476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350" b="1">
                <a:solidFill>
                  <a:srgbClr val="1F4D78"/>
                </a:solidFill>
                <a:latin typeface="Aptos"/>
                <a:ea typeface="Aptos"/>
                <a:cs typeface="Aptos"/>
              </a:defRPr>
            </a:pPr>
            <a:r>
              <a:rPr sz="1350" b="1">
                <a:solidFill>
                  <a:srgbClr val="1F4D78"/>
                </a:solidFill>
                <a:latin typeface="Aptos"/>
                <a:ea typeface="Aptos"/>
                <a:cs typeface="Aptos"/>
              </a:rPr>
              <a:t>EVIDENCE</a:t>
            </a:r>
          </a:p>
          <a:p xmlns:a="http://schemas.openxmlformats.org/drawingml/2006/main">
            <a:pPr algn="ctr">
              <a:defRPr sz="1350" b="1">
                <a:solidFill>
                  <a:srgbClr val="1F4D78"/>
                </a:solidFill>
                <a:latin typeface="Aptos"/>
                <a:ea typeface="Aptos"/>
                <a:cs typeface="Aptos"/>
              </a:defRPr>
            </a:pPr>
            <a:r>
              <a:rPr sz="1350" b="1">
                <a:solidFill>
                  <a:srgbClr val="1F4D78"/>
                </a:solidFill>
                <a:latin typeface="Aptos"/>
                <a:ea typeface="Aptos"/>
                <a:cs typeface="Aptos"/>
              </a:rPr>
              <a:t>CONTRACTS</a:t>
            </a:r>
          </a:p>
          <a:p xmlns:a="http://schemas.openxmlformats.org/drawingml/2006/main">
            <a:pPr algn="ctr">
              <a:defRPr sz="1350" b="1">
                <a:solidFill>
                  <a:srgbClr val="1F4D78"/>
                </a:solidFill>
                <a:latin typeface="Aptos"/>
                <a:ea typeface="Aptos"/>
                <a:cs typeface="Aptos"/>
              </a:defRPr>
            </a:pPr>
            <a:r>
              <a:rPr sz="1350" b="1">
                <a:solidFill>
                  <a:srgbClr val="1F4D78"/>
                </a:solidFill>
                <a:latin typeface="Aptos"/>
                <a:ea typeface="Aptos"/>
                <a:cs typeface="Aptos"/>
              </a:rPr>
              <a:t>STATE</a:t>
            </a:r>
          </a:p>
          <a:p xmlns:a="http://schemas.openxmlformats.org/drawingml/2006/main">
            <a:pPr algn="ctr">
              <a:defRPr sz="1350" b="1">
                <a:solidFill>
                  <a:srgbClr val="1F4D78"/>
                </a:solidFill>
                <a:latin typeface="Aptos"/>
                <a:ea typeface="Aptos"/>
                <a:cs typeface="Aptos"/>
              </a:defRPr>
            </a:pPr>
            <a:r>
              <a:rPr sz="1350" b="1">
                <a:solidFill>
                  <a:srgbClr val="1F4D78"/>
                </a:solidFill>
                <a:latin typeface="Aptos"/>
                <a:ea typeface="Aptos"/>
                <a:cs typeface="Aptos"/>
              </a:rPr>
              <a:t>HUMAN AUTHORITY</a:t>
            </a:r>
          </a:p>
        </p:txBody>
      </p:sp>
      <p:sp>
        <p:nvSpPr>
          <p:cNvPr id="9" name="">
            <a:extLst xmlns:a="http://schemas.openxmlformats.org/drawingml/2006/main">
              <a:ext uri="{FF2B5EF4-FFF2-40B4-BE49-F238E27FC236}">
                <a16:creationId xmlns:a16="http://schemas.microsoft.com/office/drawing/2014/main" id="{9452C59C-4CDB-45D2-827F-72DD6D0EC610}"/>
              </a:ext>
            </a:extLst>
          </p:cNvPr>
          <p:cNvSpPr>
            <a:spLocks xmlns:a="http://schemas.openxmlformats.org/drawingml/2006/main" noGrp="1"/>
          </p:cNvSpPr>
          <p:nvPr/>
        </p:nvSpPr>
        <p:spPr>
          <a:xfrm xmlns:a="http://schemas.openxmlformats.org/drawingml/2006/main">
            <a:off x="495300" y="609600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52606D"/>
                </a:solidFill>
                <a:latin typeface="Aptos"/>
                <a:ea typeface="Aptos"/>
                <a:cs typeface="Aptos"/>
              </a:defRPr>
            </a:pPr>
            <a:r>
              <a:rPr sz="1125" b="1">
                <a:solidFill>
                  <a:srgbClr val="52606D"/>
                </a:solidFill>
                <a:latin typeface="Aptos"/>
                <a:ea typeface="Aptos"/>
                <a:cs typeface="Aptos"/>
              </a:rPr>
              <a:t>Condensed Young Engineer Training Series • 55 minutes</a:t>
            </a:r>
          </a:p>
        </p:txBody>
      </p:sp>
    </p:spTree>
    <p:extLst>
      <p:ext uri="{BB962C8B-B14F-4D97-AF65-F5344CB8AC3E}">
        <p14:creationId xmlns:p14="http://schemas.microsoft.com/office/powerpoint/2010/main" val="150569858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D7C869EA-8233-4DBA-9023-888DB154D6E8}"/>
              </a:ext>
            </a:extLst>
          </p:cNvPr>
          <p:cNvSpPr>
            <a:spLocks xmlns:a="http://schemas.openxmlformats.org/drawingml/2006/main" noGrp="1"/>
          </p:cNvSpPr>
          <p:nvPr/>
        </p:nvSpPr>
        <p:spPr>
          <a:xfrm xmlns:a="http://schemas.openxmlformats.org/drawingml/2006/main">
            <a:off x="400050" y="3333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E74B5"/>
                </a:solidFill>
                <a:latin typeface="Aptos"/>
                <a:ea typeface="Aptos"/>
                <a:cs typeface="Aptos"/>
              </a:defRPr>
            </a:pPr>
            <a:r>
              <a:rPr sz="975" b="1">
                <a:solidFill>
                  <a:srgbClr val="2E74B5"/>
                </a:solidFill>
                <a:latin typeface="Aptos"/>
                <a:ea typeface="Aptos"/>
                <a:cs typeface="Aptos"/>
              </a:rPr>
              <a:t>SESSION 2 OUTCOMES</a:t>
            </a:r>
          </a:p>
        </p:txBody>
      </p:sp>
      <p:sp>
        <p:nvSpPr>
          <p:cNvPr id="2" name="">
            <a:extLst xmlns:a="http://schemas.openxmlformats.org/drawingml/2006/main">
              <a:ext uri="{FF2B5EF4-FFF2-40B4-BE49-F238E27FC236}">
                <a16:creationId xmlns:a16="http://schemas.microsoft.com/office/drawing/2014/main" id="{28D35AE3-83DA-4392-9541-2B41D87163BF}"/>
              </a:ext>
            </a:extLst>
          </p:cNvPr>
          <p:cNvSpPr>
            <a:spLocks xmlns:a="http://schemas.openxmlformats.org/drawingml/2006/main" noGrp="1"/>
          </p:cNvSpPr>
          <p:nvPr/>
        </p:nvSpPr>
        <p:spPr>
          <a:xfrm xmlns:a="http://schemas.openxmlformats.org/drawingml/2006/main">
            <a:off x="400050" y="742950"/>
            <a:ext cx="11382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827"/>
                </a:solidFill>
                <a:latin typeface="Aptos"/>
                <a:ea typeface="Aptos"/>
                <a:cs typeface="Aptos"/>
              </a:defRPr>
            </a:pPr>
            <a:r>
              <a:rPr sz="2850" b="1">
                <a:solidFill>
                  <a:srgbClr val="111827"/>
                </a:solidFill>
                <a:latin typeface="Aptos"/>
                <a:ea typeface="Aptos"/>
                <a:cs typeface="Aptos"/>
              </a:rPr>
              <a:t>By the end, learners can do three observable things</a:t>
            </a:r>
          </a:p>
        </p:txBody>
      </p:sp>
      <p:sp>
        <p:nvSpPr>
          <p:cNvPr id="3" name="">
            <a:extLst xmlns:a="http://schemas.openxmlformats.org/drawingml/2006/main">
              <a:ext uri="{FF2B5EF4-FFF2-40B4-BE49-F238E27FC236}">
                <a16:creationId xmlns:a16="http://schemas.microsoft.com/office/drawing/2014/main" id="{FD26972B-BAEE-470E-A304-603F1DDE3953}"/>
              </a:ext>
            </a:extLst>
          </p:cNvPr>
          <p:cNvSpPr>
            <a:spLocks xmlns:a="http://schemas.openxmlformats.org/drawingml/2006/main" noGrp="1"/>
          </p:cNvSpPr>
          <p:nvPr/>
        </p:nvSpPr>
        <p:spPr>
          <a:xfrm xmlns:a="http://schemas.openxmlformats.org/drawingml/2006/main">
            <a:off x="400050" y="1952625"/>
            <a:ext cx="6572250" cy="1000125"/>
          </a:xfrm>
          <a:prstGeom xmlns:a="http://schemas.openxmlformats.org/drawingml/2006/main" prst="roundRect">
            <a:avLst>
              <a:gd name="adj" fmla="val 11429"/>
            </a:avLst>
          </a:prstGeom>
          <a:solidFill xmlns:a="http://schemas.openxmlformats.org/drawingml/2006/main">
            <a:srgbClr val="EAF5FB"/>
          </a:solidFill>
          <a:ln xmlns:a="http://schemas.openxmlformats.org/drawingml/2006/main" w="9525">
            <a:solidFill>
              <a:srgbClr val="CBD5E1"/>
            </a:solidFill>
            <a:prstDash val="solid"/>
          </a:ln>
        </p:spPr>
      </p:sp>
      <p:sp>
        <p:nvSpPr>
          <p:cNvPr id="4" name="">
            <a:extLst xmlns:a="http://schemas.openxmlformats.org/drawingml/2006/main">
              <a:ext uri="{FF2B5EF4-FFF2-40B4-BE49-F238E27FC236}">
                <a16:creationId xmlns:a16="http://schemas.microsoft.com/office/drawing/2014/main" id="{0BBD9DFC-F34B-4C74-84EB-9BE19C27BBC0}"/>
              </a:ext>
            </a:extLst>
          </p:cNvPr>
          <p:cNvSpPr>
            <a:spLocks xmlns:a="http://schemas.openxmlformats.org/drawingml/2006/main" noGrp="1"/>
          </p:cNvSpPr>
          <p:nvPr/>
        </p:nvSpPr>
        <p:spPr>
          <a:xfrm xmlns:a="http://schemas.openxmlformats.org/drawingml/2006/main">
            <a:off x="628650" y="2171700"/>
            <a:ext cx="66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00" b="1">
                <a:solidFill>
                  <a:srgbClr val="2E74B5"/>
                </a:solidFill>
                <a:latin typeface="Aptos"/>
                <a:ea typeface="Aptos"/>
                <a:cs typeface="Aptos"/>
              </a:defRPr>
            </a:pPr>
            <a:r>
              <a:rPr sz="2100" b="1">
                <a:solidFill>
                  <a:srgbClr val="2E74B5"/>
                </a:solidFill>
                <a:latin typeface="Aptos"/>
                <a:ea typeface="Aptos"/>
                <a:cs typeface="Aptos"/>
              </a:rPr>
              <a:t>01</a:t>
            </a:r>
          </a:p>
        </p:txBody>
      </p:sp>
      <p:sp>
        <p:nvSpPr>
          <p:cNvPr id="5" name="">
            <a:extLst xmlns:a="http://schemas.openxmlformats.org/drawingml/2006/main">
              <a:ext uri="{FF2B5EF4-FFF2-40B4-BE49-F238E27FC236}">
                <a16:creationId xmlns:a16="http://schemas.microsoft.com/office/drawing/2014/main" id="{FF32EF6A-3B40-471F-8846-CA817176E18F}"/>
              </a:ext>
            </a:extLst>
          </p:cNvPr>
          <p:cNvSpPr>
            <a:spLocks xmlns:a="http://schemas.openxmlformats.org/drawingml/2006/main" noGrp="1"/>
          </p:cNvSpPr>
          <p:nvPr/>
        </p:nvSpPr>
        <p:spPr>
          <a:xfrm xmlns:a="http://schemas.openxmlformats.org/drawingml/2006/main">
            <a:off x="1428750" y="2114550"/>
            <a:ext cx="51911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Build a traceable evidence chain</a:t>
            </a:r>
          </a:p>
        </p:txBody>
      </p:sp>
      <p:sp>
        <p:nvSpPr>
          <p:cNvPr id="6" name="">
            <a:extLst xmlns:a="http://schemas.openxmlformats.org/drawingml/2006/main">
              <a:ext uri="{FF2B5EF4-FFF2-40B4-BE49-F238E27FC236}">
                <a16:creationId xmlns:a16="http://schemas.microsoft.com/office/drawing/2014/main" id="{D6D9900D-0A3A-4956-9D05-A877084B3EE6}"/>
              </a:ext>
            </a:extLst>
          </p:cNvPr>
          <p:cNvSpPr>
            <a:spLocks xmlns:a="http://schemas.openxmlformats.org/drawingml/2006/main" noGrp="1"/>
          </p:cNvSpPr>
          <p:nvPr/>
        </p:nvSpPr>
        <p:spPr>
          <a:xfrm xmlns:a="http://schemas.openxmlformats.org/drawingml/2006/main">
            <a:off x="400050" y="3209925"/>
            <a:ext cx="6572250" cy="1000125"/>
          </a:xfrm>
          <a:prstGeom xmlns:a="http://schemas.openxmlformats.org/drawingml/2006/main" prst="roundRect">
            <a:avLst>
              <a:gd name="adj" fmla="val 11429"/>
            </a:avLst>
          </a:prstGeom>
          <a:solidFill xmlns:a="http://schemas.openxmlformats.org/drawingml/2006/main">
            <a:srgbClr val="EAF5EE"/>
          </a:solidFill>
          <a:ln xmlns:a="http://schemas.openxmlformats.org/drawingml/2006/main" w="9525">
            <a:solidFill>
              <a:srgbClr val="CBD5E1"/>
            </a:solidFill>
            <a:prstDash val="solid"/>
          </a:ln>
        </p:spPr>
      </p:sp>
      <p:sp>
        <p:nvSpPr>
          <p:cNvPr id="7" name="">
            <a:extLst xmlns:a="http://schemas.openxmlformats.org/drawingml/2006/main">
              <a:ext uri="{FF2B5EF4-FFF2-40B4-BE49-F238E27FC236}">
                <a16:creationId xmlns:a16="http://schemas.microsoft.com/office/drawing/2014/main" id="{6A7393AD-0972-4F01-8024-3425BD7070F4}"/>
              </a:ext>
            </a:extLst>
          </p:cNvPr>
          <p:cNvSpPr>
            <a:spLocks xmlns:a="http://schemas.openxmlformats.org/drawingml/2006/main" noGrp="1"/>
          </p:cNvSpPr>
          <p:nvPr/>
        </p:nvSpPr>
        <p:spPr>
          <a:xfrm xmlns:a="http://schemas.openxmlformats.org/drawingml/2006/main">
            <a:off x="628650" y="3429000"/>
            <a:ext cx="66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00" b="1">
                <a:solidFill>
                  <a:srgbClr val="2E74B5"/>
                </a:solidFill>
                <a:latin typeface="Aptos"/>
                <a:ea typeface="Aptos"/>
                <a:cs typeface="Aptos"/>
              </a:defRPr>
            </a:pPr>
            <a:r>
              <a:rPr sz="2100" b="1">
                <a:solidFill>
                  <a:srgbClr val="2E74B5"/>
                </a:solidFill>
                <a:latin typeface="Aptos"/>
                <a:ea typeface="Aptos"/>
                <a:cs typeface="Aptos"/>
              </a:rPr>
              <a:t>02</a:t>
            </a:r>
          </a:p>
        </p:txBody>
      </p:sp>
      <p:sp>
        <p:nvSpPr>
          <p:cNvPr id="8" name="">
            <a:extLst xmlns:a="http://schemas.openxmlformats.org/drawingml/2006/main">
              <a:ext uri="{FF2B5EF4-FFF2-40B4-BE49-F238E27FC236}">
                <a16:creationId xmlns:a16="http://schemas.microsoft.com/office/drawing/2014/main" id="{57EFBBD0-6D7E-4D39-A0EC-BBAEBDC44E00}"/>
              </a:ext>
            </a:extLst>
          </p:cNvPr>
          <p:cNvSpPr>
            <a:spLocks xmlns:a="http://schemas.openxmlformats.org/drawingml/2006/main" noGrp="1"/>
          </p:cNvSpPr>
          <p:nvPr/>
        </p:nvSpPr>
        <p:spPr>
          <a:xfrm xmlns:a="http://schemas.openxmlformats.org/drawingml/2006/main">
            <a:off x="1428750" y="3371850"/>
            <a:ext cx="51911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Explain additive contract inheritance</a:t>
            </a:r>
          </a:p>
        </p:txBody>
      </p:sp>
      <p:sp>
        <p:nvSpPr>
          <p:cNvPr id="9" name="">
            <a:extLst xmlns:a="http://schemas.openxmlformats.org/drawingml/2006/main">
              <a:ext uri="{FF2B5EF4-FFF2-40B4-BE49-F238E27FC236}">
                <a16:creationId xmlns:a16="http://schemas.microsoft.com/office/drawing/2014/main" id="{71DB9BBD-88EF-4010-B6C7-910EEBD958EF}"/>
              </a:ext>
            </a:extLst>
          </p:cNvPr>
          <p:cNvSpPr>
            <a:spLocks xmlns:a="http://schemas.openxmlformats.org/drawingml/2006/main" noGrp="1"/>
          </p:cNvSpPr>
          <p:nvPr/>
        </p:nvSpPr>
        <p:spPr>
          <a:xfrm xmlns:a="http://schemas.openxmlformats.org/drawingml/2006/main">
            <a:off x="400050" y="4467225"/>
            <a:ext cx="6572250" cy="1000125"/>
          </a:xfrm>
          <a:prstGeom xmlns:a="http://schemas.openxmlformats.org/drawingml/2006/main" prst="roundRect">
            <a:avLst>
              <a:gd name="adj" fmla="val 11429"/>
            </a:avLst>
          </a:prstGeom>
          <a:solidFill xmlns:a="http://schemas.openxmlformats.org/drawingml/2006/main">
            <a:srgbClr val="FFF4D6"/>
          </a:solidFill>
          <a:ln xmlns:a="http://schemas.openxmlformats.org/drawingml/2006/main" w="9525">
            <a:solidFill>
              <a:srgbClr val="CBD5E1"/>
            </a:solidFill>
            <a:prstDash val="solid"/>
          </a:ln>
        </p:spPr>
      </p:sp>
      <p:sp>
        <p:nvSpPr>
          <p:cNvPr id="10" name="">
            <a:extLst xmlns:a="http://schemas.openxmlformats.org/drawingml/2006/main">
              <a:ext uri="{FF2B5EF4-FFF2-40B4-BE49-F238E27FC236}">
                <a16:creationId xmlns:a16="http://schemas.microsoft.com/office/drawing/2014/main" id="{FD546DB9-C6F7-4A15-BFBA-BBBE72F2A4E6}"/>
              </a:ext>
            </a:extLst>
          </p:cNvPr>
          <p:cNvSpPr>
            <a:spLocks xmlns:a="http://schemas.openxmlformats.org/drawingml/2006/main" noGrp="1"/>
          </p:cNvSpPr>
          <p:nvPr/>
        </p:nvSpPr>
        <p:spPr>
          <a:xfrm xmlns:a="http://schemas.openxmlformats.org/drawingml/2006/main">
            <a:off x="628650" y="4686300"/>
            <a:ext cx="66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00" b="1">
                <a:solidFill>
                  <a:srgbClr val="2E74B5"/>
                </a:solidFill>
                <a:latin typeface="Aptos"/>
                <a:ea typeface="Aptos"/>
                <a:cs typeface="Aptos"/>
              </a:defRPr>
            </a:pPr>
            <a:r>
              <a:rPr sz="2100" b="1">
                <a:solidFill>
                  <a:srgbClr val="2E74B5"/>
                </a:solidFill>
                <a:latin typeface="Aptos"/>
                <a:ea typeface="Aptos"/>
                <a:cs typeface="Aptos"/>
              </a:rPr>
              <a:t>03</a:t>
            </a:r>
          </a:p>
        </p:txBody>
      </p:sp>
      <p:sp>
        <p:nvSpPr>
          <p:cNvPr id="11" name="">
            <a:extLst xmlns:a="http://schemas.openxmlformats.org/drawingml/2006/main">
              <a:ext uri="{FF2B5EF4-FFF2-40B4-BE49-F238E27FC236}">
                <a16:creationId xmlns:a16="http://schemas.microsoft.com/office/drawing/2014/main" id="{91EE38ED-A4E9-4EFC-A8BB-79F48007C162}"/>
              </a:ext>
            </a:extLst>
          </p:cNvPr>
          <p:cNvSpPr>
            <a:spLocks xmlns:a="http://schemas.openxmlformats.org/drawingml/2006/main" noGrp="1"/>
          </p:cNvSpPr>
          <p:nvPr/>
        </p:nvSpPr>
        <p:spPr>
          <a:xfrm xmlns:a="http://schemas.openxmlformats.org/drawingml/2006/main">
            <a:off x="1428750" y="4629150"/>
            <a:ext cx="51911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Validate the universal artifact envelope</a:t>
            </a:r>
          </a:p>
        </p:txBody>
      </p:sp>
      <p:sp>
        <p:nvSpPr>
          <p:cNvPr id="12" name="">
            <a:extLst xmlns:a="http://schemas.openxmlformats.org/drawingml/2006/main">
              <a:ext uri="{FF2B5EF4-FFF2-40B4-BE49-F238E27FC236}">
                <a16:creationId xmlns:a16="http://schemas.microsoft.com/office/drawing/2014/main" id="{72828F1B-0849-413F-A15D-A7780C417F38}"/>
              </a:ext>
            </a:extLst>
          </p:cNvPr>
          <p:cNvSpPr>
            <a:spLocks xmlns:a="http://schemas.openxmlformats.org/drawingml/2006/main" noGrp="1"/>
          </p:cNvSpPr>
          <p:nvPr/>
        </p:nvSpPr>
        <p:spPr>
          <a:xfrm xmlns:a="http://schemas.openxmlformats.org/drawingml/2006/main">
            <a:off x="7667625" y="1952625"/>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2E74B5"/>
                </a:solidFill>
                <a:latin typeface="Aptos"/>
                <a:ea typeface="Aptos"/>
                <a:cs typeface="Aptos"/>
              </a:defRPr>
            </a:pPr>
            <a:r>
              <a:rPr sz="1050" b="1">
                <a:solidFill>
                  <a:srgbClr val="2E74B5"/>
                </a:solidFill>
                <a:latin typeface="Aptos"/>
                <a:ea typeface="Aptos"/>
                <a:cs typeface="Aptos"/>
              </a:rPr>
              <a:t>RUN OF SHOW</a:t>
            </a:r>
          </a:p>
        </p:txBody>
      </p:sp>
      <p:sp>
        <p:nvSpPr>
          <p:cNvPr id="13" name="">
            <a:extLst xmlns:a="http://schemas.openxmlformats.org/drawingml/2006/main">
              <a:ext uri="{FF2B5EF4-FFF2-40B4-BE49-F238E27FC236}">
                <a16:creationId xmlns:a16="http://schemas.microsoft.com/office/drawing/2014/main" id="{58F0B432-8C17-4A69-B377-5579CB6801D7}"/>
              </a:ext>
            </a:extLst>
          </p:cNvPr>
          <p:cNvSpPr>
            <a:spLocks xmlns:a="http://schemas.openxmlformats.org/drawingml/2006/main" noGrp="1"/>
          </p:cNvSpPr>
          <p:nvPr/>
        </p:nvSpPr>
        <p:spPr>
          <a:xfrm xmlns:a="http://schemas.openxmlformats.org/drawingml/2006/main">
            <a:off x="7848600" y="2505075"/>
            <a:ext cx="28575" cy="495300"/>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14" name="">
            <a:extLst xmlns:a="http://schemas.openxmlformats.org/drawingml/2006/main">
              <a:ext uri="{FF2B5EF4-FFF2-40B4-BE49-F238E27FC236}">
                <a16:creationId xmlns:a16="http://schemas.microsoft.com/office/drawing/2014/main" id="{48BF83C2-545A-4C3A-9A7E-C32A1DAE9434}"/>
              </a:ext>
            </a:extLst>
          </p:cNvPr>
          <p:cNvSpPr>
            <a:spLocks xmlns:a="http://schemas.openxmlformats.org/drawingml/2006/main" noGrp="1"/>
          </p:cNvSpPr>
          <p:nvPr/>
        </p:nvSpPr>
        <p:spPr>
          <a:xfrm xmlns:a="http://schemas.openxmlformats.org/drawingml/2006/main">
            <a:off x="7743825" y="2638425"/>
            <a:ext cx="228600" cy="228600"/>
          </a:xfrm>
          <a:prstGeom xmlns:a="http://schemas.openxmlformats.org/drawingml/2006/main" prst="ellipse">
            <a:avLst/>
          </a:prstGeom>
          <a:solidFill xmlns:a="http://schemas.openxmlformats.org/drawingml/2006/main">
            <a:srgbClr val="2E74B5"/>
          </a:solidFill>
          <a:ln xmlns:a="http://schemas.openxmlformats.org/drawingml/2006/main" w="19050">
            <a:solidFill>
              <a:srgbClr val="2E74B5"/>
            </a:solidFill>
            <a:prstDash val="solid"/>
          </a:ln>
        </p:spPr>
      </p:sp>
      <p:sp>
        <p:nvSpPr>
          <p:cNvPr id="15" name="">
            <a:extLst xmlns:a="http://schemas.openxmlformats.org/drawingml/2006/main">
              <a:ext uri="{FF2B5EF4-FFF2-40B4-BE49-F238E27FC236}">
                <a16:creationId xmlns:a16="http://schemas.microsoft.com/office/drawing/2014/main" id="{6D8F35DF-8AFC-43CD-933A-88F452054760}"/>
              </a:ext>
            </a:extLst>
          </p:cNvPr>
          <p:cNvSpPr>
            <a:spLocks xmlns:a="http://schemas.openxmlformats.org/drawingml/2006/main" noGrp="1"/>
          </p:cNvSpPr>
          <p:nvPr/>
        </p:nvSpPr>
        <p:spPr>
          <a:xfrm xmlns:a="http://schemas.openxmlformats.org/drawingml/2006/main">
            <a:off x="8172450" y="25717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11827"/>
                </a:solidFill>
                <a:latin typeface="Aptos"/>
                <a:ea typeface="Aptos"/>
                <a:cs typeface="Aptos"/>
              </a:defRPr>
            </a:pPr>
            <a:r>
              <a:rPr sz="1500" b="1">
                <a:solidFill>
                  <a:srgbClr val="111827"/>
                </a:solidFill>
                <a:latin typeface="Aptos"/>
                <a:ea typeface="Aptos"/>
                <a:cs typeface="Aptos"/>
              </a:rPr>
              <a:t>Mental model</a:t>
            </a:r>
          </a:p>
        </p:txBody>
      </p:sp>
      <p:sp>
        <p:nvSpPr>
          <p:cNvPr id="16" name="">
            <a:extLst xmlns:a="http://schemas.openxmlformats.org/drawingml/2006/main">
              <a:ext uri="{FF2B5EF4-FFF2-40B4-BE49-F238E27FC236}">
                <a16:creationId xmlns:a16="http://schemas.microsoft.com/office/drawing/2014/main" id="{DDABBF45-26BD-4689-AC4E-6DCDF6104F9F}"/>
              </a:ext>
            </a:extLst>
          </p:cNvPr>
          <p:cNvSpPr>
            <a:spLocks xmlns:a="http://schemas.openxmlformats.org/drawingml/2006/main" noGrp="1"/>
          </p:cNvSpPr>
          <p:nvPr/>
        </p:nvSpPr>
        <p:spPr>
          <a:xfrm xmlns:a="http://schemas.openxmlformats.org/drawingml/2006/main">
            <a:off x="7848600" y="3190875"/>
            <a:ext cx="28575" cy="495300"/>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17" name="">
            <a:extLst xmlns:a="http://schemas.openxmlformats.org/drawingml/2006/main">
              <a:ext uri="{FF2B5EF4-FFF2-40B4-BE49-F238E27FC236}">
                <a16:creationId xmlns:a16="http://schemas.microsoft.com/office/drawing/2014/main" id="{6871A76D-F7B6-4C85-8D09-DA388AAFC222}"/>
              </a:ext>
            </a:extLst>
          </p:cNvPr>
          <p:cNvSpPr>
            <a:spLocks xmlns:a="http://schemas.openxmlformats.org/drawingml/2006/main" noGrp="1"/>
          </p:cNvSpPr>
          <p:nvPr/>
        </p:nvSpPr>
        <p:spPr>
          <a:xfrm xmlns:a="http://schemas.openxmlformats.org/drawingml/2006/main">
            <a:off x="7743825" y="3324225"/>
            <a:ext cx="228600" cy="228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E74B5"/>
            </a:solidFill>
            <a:prstDash val="solid"/>
          </a:ln>
        </p:spPr>
      </p:sp>
      <p:sp>
        <p:nvSpPr>
          <p:cNvPr id="18" name="">
            <a:extLst xmlns:a="http://schemas.openxmlformats.org/drawingml/2006/main">
              <a:ext uri="{FF2B5EF4-FFF2-40B4-BE49-F238E27FC236}">
                <a16:creationId xmlns:a16="http://schemas.microsoft.com/office/drawing/2014/main" id="{15E9419C-DDD6-43E0-9241-CFE09ACD7A55}"/>
              </a:ext>
            </a:extLst>
          </p:cNvPr>
          <p:cNvSpPr>
            <a:spLocks xmlns:a="http://schemas.openxmlformats.org/drawingml/2006/main" noGrp="1"/>
          </p:cNvSpPr>
          <p:nvPr/>
        </p:nvSpPr>
        <p:spPr>
          <a:xfrm xmlns:a="http://schemas.openxmlformats.org/drawingml/2006/main">
            <a:off x="8172450" y="32575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827"/>
                </a:solidFill>
                <a:latin typeface="Aptos"/>
                <a:ea typeface="Aptos"/>
                <a:cs typeface="Aptos"/>
              </a:defRPr>
            </a:pPr>
            <a:r>
              <a:rPr sz="1500" b="0">
                <a:solidFill>
                  <a:srgbClr val="111827"/>
                </a:solidFill>
                <a:latin typeface="Aptos"/>
                <a:ea typeface="Aptos"/>
                <a:cs typeface="Aptos"/>
              </a:rPr>
              <a:t>Worked example</a:t>
            </a:r>
          </a:p>
        </p:txBody>
      </p:sp>
      <p:sp>
        <p:nvSpPr>
          <p:cNvPr id="19" name="">
            <a:extLst xmlns:a="http://schemas.openxmlformats.org/drawingml/2006/main">
              <a:ext uri="{FF2B5EF4-FFF2-40B4-BE49-F238E27FC236}">
                <a16:creationId xmlns:a16="http://schemas.microsoft.com/office/drawing/2014/main" id="{EF6E725A-8E8F-4BB0-AF6A-B48C9D5E3C0F}"/>
              </a:ext>
            </a:extLst>
          </p:cNvPr>
          <p:cNvSpPr>
            <a:spLocks xmlns:a="http://schemas.openxmlformats.org/drawingml/2006/main" noGrp="1"/>
          </p:cNvSpPr>
          <p:nvPr/>
        </p:nvSpPr>
        <p:spPr>
          <a:xfrm xmlns:a="http://schemas.openxmlformats.org/drawingml/2006/main">
            <a:off x="7848600" y="3876675"/>
            <a:ext cx="28575" cy="495300"/>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0" name="">
            <a:extLst xmlns:a="http://schemas.openxmlformats.org/drawingml/2006/main">
              <a:ext uri="{FF2B5EF4-FFF2-40B4-BE49-F238E27FC236}">
                <a16:creationId xmlns:a16="http://schemas.microsoft.com/office/drawing/2014/main" id="{27DC1A16-55D0-44B7-9854-7CDB3EC1D847}"/>
              </a:ext>
            </a:extLst>
          </p:cNvPr>
          <p:cNvSpPr>
            <a:spLocks xmlns:a="http://schemas.openxmlformats.org/drawingml/2006/main" noGrp="1"/>
          </p:cNvSpPr>
          <p:nvPr/>
        </p:nvSpPr>
        <p:spPr>
          <a:xfrm xmlns:a="http://schemas.openxmlformats.org/drawingml/2006/main">
            <a:off x="7743825" y="4010025"/>
            <a:ext cx="228600" cy="228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E74B5"/>
            </a:solidFill>
            <a:prstDash val="solid"/>
          </a:ln>
        </p:spPr>
      </p:sp>
      <p:sp>
        <p:nvSpPr>
          <p:cNvPr id="21" name="">
            <a:extLst xmlns:a="http://schemas.openxmlformats.org/drawingml/2006/main">
              <a:ext uri="{FF2B5EF4-FFF2-40B4-BE49-F238E27FC236}">
                <a16:creationId xmlns:a16="http://schemas.microsoft.com/office/drawing/2014/main" id="{B276710E-A27D-485D-96CA-13F0071AB7E9}"/>
              </a:ext>
            </a:extLst>
          </p:cNvPr>
          <p:cNvSpPr>
            <a:spLocks xmlns:a="http://schemas.openxmlformats.org/drawingml/2006/main" noGrp="1"/>
          </p:cNvSpPr>
          <p:nvPr/>
        </p:nvSpPr>
        <p:spPr>
          <a:xfrm xmlns:a="http://schemas.openxmlformats.org/drawingml/2006/main">
            <a:off x="8172450" y="39433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827"/>
                </a:solidFill>
                <a:latin typeface="Aptos"/>
                <a:ea typeface="Aptos"/>
                <a:cs typeface="Aptos"/>
              </a:defRPr>
            </a:pPr>
            <a:r>
              <a:rPr sz="1500" b="0">
                <a:solidFill>
                  <a:srgbClr val="111827"/>
                </a:solidFill>
                <a:latin typeface="Aptos"/>
                <a:ea typeface="Aptos"/>
                <a:cs typeface="Aptos"/>
              </a:rPr>
              <a:t>Instructor demo</a:t>
            </a:r>
          </a:p>
        </p:txBody>
      </p:sp>
      <p:sp>
        <p:nvSpPr>
          <p:cNvPr id="22" name="">
            <a:extLst xmlns:a="http://schemas.openxmlformats.org/drawingml/2006/main">
              <a:ext uri="{FF2B5EF4-FFF2-40B4-BE49-F238E27FC236}">
                <a16:creationId xmlns:a16="http://schemas.microsoft.com/office/drawing/2014/main" id="{E5E2DEC2-9CB9-4395-A36C-680A16E7D34C}"/>
              </a:ext>
            </a:extLst>
          </p:cNvPr>
          <p:cNvSpPr>
            <a:spLocks xmlns:a="http://schemas.openxmlformats.org/drawingml/2006/main" noGrp="1"/>
          </p:cNvSpPr>
          <p:nvPr/>
        </p:nvSpPr>
        <p:spPr>
          <a:xfrm xmlns:a="http://schemas.openxmlformats.org/drawingml/2006/main">
            <a:off x="7848600" y="4562475"/>
            <a:ext cx="28575" cy="495300"/>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3" name="">
            <a:extLst xmlns:a="http://schemas.openxmlformats.org/drawingml/2006/main">
              <a:ext uri="{FF2B5EF4-FFF2-40B4-BE49-F238E27FC236}">
                <a16:creationId xmlns:a16="http://schemas.microsoft.com/office/drawing/2014/main" id="{90B1AD22-B26C-4E7B-9B41-A14C7A1D6013}"/>
              </a:ext>
            </a:extLst>
          </p:cNvPr>
          <p:cNvSpPr>
            <a:spLocks xmlns:a="http://schemas.openxmlformats.org/drawingml/2006/main" noGrp="1"/>
          </p:cNvSpPr>
          <p:nvPr/>
        </p:nvSpPr>
        <p:spPr>
          <a:xfrm xmlns:a="http://schemas.openxmlformats.org/drawingml/2006/main">
            <a:off x="7743825" y="4695825"/>
            <a:ext cx="228600" cy="228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E74B5"/>
            </a:solidFill>
            <a:prstDash val="solid"/>
          </a:ln>
        </p:spPr>
      </p:sp>
      <p:sp>
        <p:nvSpPr>
          <p:cNvPr id="24" name="">
            <a:extLst xmlns:a="http://schemas.openxmlformats.org/drawingml/2006/main">
              <a:ext uri="{FF2B5EF4-FFF2-40B4-BE49-F238E27FC236}">
                <a16:creationId xmlns:a16="http://schemas.microsoft.com/office/drawing/2014/main" id="{7F404ADC-D016-4F61-AE15-BA9FBDC1BB08}"/>
              </a:ext>
            </a:extLst>
          </p:cNvPr>
          <p:cNvSpPr>
            <a:spLocks xmlns:a="http://schemas.openxmlformats.org/drawingml/2006/main" noGrp="1"/>
          </p:cNvSpPr>
          <p:nvPr/>
        </p:nvSpPr>
        <p:spPr>
          <a:xfrm xmlns:a="http://schemas.openxmlformats.org/drawingml/2006/main">
            <a:off x="8172450" y="46291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827"/>
                </a:solidFill>
                <a:latin typeface="Aptos"/>
                <a:ea typeface="Aptos"/>
                <a:cs typeface="Aptos"/>
              </a:defRPr>
            </a:pPr>
            <a:r>
              <a:rPr sz="1500" b="0">
                <a:solidFill>
                  <a:srgbClr val="111827"/>
                </a:solidFill>
                <a:latin typeface="Aptos"/>
                <a:ea typeface="Aptos"/>
                <a:cs typeface="Aptos"/>
              </a:rPr>
              <a:t>Prompt walkthrough</a:t>
            </a:r>
          </a:p>
        </p:txBody>
      </p:sp>
      <p:sp>
        <p:nvSpPr>
          <p:cNvPr id="25" name="">
            <a:extLst xmlns:a="http://schemas.openxmlformats.org/drawingml/2006/main">
              <a:ext uri="{FF2B5EF4-FFF2-40B4-BE49-F238E27FC236}">
                <a16:creationId xmlns:a16="http://schemas.microsoft.com/office/drawing/2014/main" id="{266D8FFD-D809-4064-8F3C-E6C934BE369A}"/>
              </a:ext>
            </a:extLst>
          </p:cNvPr>
          <p:cNvSpPr>
            <a:spLocks xmlns:a="http://schemas.openxmlformats.org/drawingml/2006/main" noGrp="1"/>
          </p:cNvSpPr>
          <p:nvPr/>
        </p:nvSpPr>
        <p:spPr>
          <a:xfrm xmlns:a="http://schemas.openxmlformats.org/drawingml/2006/main">
            <a:off x="7848600" y="5248275"/>
            <a:ext cx="28575" cy="4953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26" name="">
            <a:extLst xmlns:a="http://schemas.openxmlformats.org/drawingml/2006/main">
              <a:ext uri="{FF2B5EF4-FFF2-40B4-BE49-F238E27FC236}">
                <a16:creationId xmlns:a16="http://schemas.microsoft.com/office/drawing/2014/main" id="{F8390BEB-1CA4-4ECA-BC21-1706D36CD859}"/>
              </a:ext>
            </a:extLst>
          </p:cNvPr>
          <p:cNvSpPr>
            <a:spLocks xmlns:a="http://schemas.openxmlformats.org/drawingml/2006/main" noGrp="1"/>
          </p:cNvSpPr>
          <p:nvPr/>
        </p:nvSpPr>
        <p:spPr>
          <a:xfrm xmlns:a="http://schemas.openxmlformats.org/drawingml/2006/main">
            <a:off x="7743825" y="5381625"/>
            <a:ext cx="228600" cy="228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E74B5"/>
            </a:solidFill>
            <a:prstDash val="solid"/>
          </a:ln>
        </p:spPr>
      </p:sp>
      <p:sp>
        <p:nvSpPr>
          <p:cNvPr id="27" name="">
            <a:extLst xmlns:a="http://schemas.openxmlformats.org/drawingml/2006/main">
              <a:ext uri="{FF2B5EF4-FFF2-40B4-BE49-F238E27FC236}">
                <a16:creationId xmlns:a16="http://schemas.microsoft.com/office/drawing/2014/main" id="{61F23474-E911-43F8-9FF6-1F98F7A2288C}"/>
              </a:ext>
            </a:extLst>
          </p:cNvPr>
          <p:cNvSpPr>
            <a:spLocks xmlns:a="http://schemas.openxmlformats.org/drawingml/2006/main" noGrp="1"/>
          </p:cNvSpPr>
          <p:nvPr/>
        </p:nvSpPr>
        <p:spPr>
          <a:xfrm xmlns:a="http://schemas.openxmlformats.org/drawingml/2006/main">
            <a:off x="8172450" y="53149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827"/>
                </a:solidFill>
                <a:latin typeface="Aptos"/>
                <a:ea typeface="Aptos"/>
                <a:cs typeface="Aptos"/>
              </a:defRPr>
            </a:pPr>
            <a:r>
              <a:rPr sz="1500" b="0">
                <a:solidFill>
                  <a:srgbClr val="111827"/>
                </a:solidFill>
                <a:latin typeface="Aptos"/>
                <a:ea typeface="Aptos"/>
                <a:cs typeface="Aptos"/>
              </a:rPr>
              <a:t>Knowledge check</a:t>
            </a:r>
          </a:p>
        </p:txBody>
      </p:sp>
      <p:sp>
        <p:nvSpPr>
          <p:cNvPr id="28" name="">
            <a:extLst xmlns:a="http://schemas.openxmlformats.org/drawingml/2006/main">
              <a:ext uri="{FF2B5EF4-FFF2-40B4-BE49-F238E27FC236}">
                <a16:creationId xmlns:a16="http://schemas.microsoft.com/office/drawing/2014/main" id="{E0D90B80-1166-41FE-90D5-FBAD49928DBC}"/>
              </a:ext>
            </a:extLst>
          </p:cNvPr>
          <p:cNvSpPr>
            <a:spLocks xmlns:a="http://schemas.openxmlformats.org/drawingml/2006/main" noGrp="1"/>
          </p:cNvSpPr>
          <p:nvPr/>
        </p:nvSpPr>
        <p:spPr>
          <a:xfrm xmlns:a="http://schemas.openxmlformats.org/drawingml/2006/main">
            <a:off x="400050" y="6400800"/>
            <a:ext cx="113919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9" name="">
            <a:extLst xmlns:a="http://schemas.openxmlformats.org/drawingml/2006/main">
              <a:ext uri="{FF2B5EF4-FFF2-40B4-BE49-F238E27FC236}">
                <a16:creationId xmlns:a16="http://schemas.microsoft.com/office/drawing/2014/main" id="{EBA5D600-5D0D-4384-BAC8-0F49C6927D4B}"/>
              </a:ext>
            </a:extLst>
          </p:cNvPr>
          <p:cNvSpPr>
            <a:spLocks xmlns:a="http://schemas.openxmlformats.org/drawingml/2006/main" noGrp="1"/>
          </p:cNvSpPr>
          <p:nvPr/>
        </p:nvSpPr>
        <p:spPr>
          <a:xfrm xmlns:a="http://schemas.openxmlformats.org/drawingml/2006/main">
            <a:off x="40005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52606D"/>
                </a:solidFill>
                <a:latin typeface="Aptos"/>
                <a:ea typeface="Aptos"/>
                <a:cs typeface="Aptos"/>
              </a:defRPr>
            </a:pPr>
            <a:r>
              <a:rPr sz="900" b="1">
                <a:solidFill>
                  <a:srgbClr val="52606D"/>
                </a:solidFill>
                <a:latin typeface="Aptos"/>
                <a:ea typeface="Aptos"/>
                <a:cs typeface="Aptos"/>
              </a:rPr>
              <a:t>SESSION 02  •  CODE REVIEW HARNESS</a:t>
            </a:r>
          </a:p>
        </p:txBody>
      </p:sp>
      <p:sp>
        <p:nvSpPr>
          <p:cNvPr id="30" name="">
            <a:extLst xmlns:a="http://schemas.openxmlformats.org/drawingml/2006/main">
              <a:ext uri="{FF2B5EF4-FFF2-40B4-BE49-F238E27FC236}">
                <a16:creationId xmlns:a16="http://schemas.microsoft.com/office/drawing/2014/main" id="{5313AC9D-2EEC-44DA-A4A9-A2E88B376031}"/>
              </a:ext>
            </a:extLst>
          </p:cNvPr>
          <p:cNvSpPr>
            <a:spLocks xmlns:a="http://schemas.openxmlformats.org/drawingml/2006/main" noGrp="1"/>
          </p:cNvSpPr>
          <p:nvPr/>
        </p:nvSpPr>
        <p:spPr>
          <a:xfrm xmlns:a="http://schemas.openxmlformats.org/drawingml/2006/main">
            <a:off x="11096625" y="649605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2606D"/>
                </a:solidFill>
                <a:latin typeface="Aptos"/>
                <a:ea typeface="Aptos"/>
                <a:cs typeface="Aptos"/>
              </a:defRPr>
            </a:pPr>
            <a:r>
              <a:rPr sz="900" b="1">
                <a:solidFill>
                  <a:srgbClr val="52606D"/>
                </a:solidFill>
                <a:latin typeface="Aptos"/>
                <a:ea typeface="Aptos"/>
                <a:cs typeface="Aptos"/>
              </a:rPr>
              <a:t>02</a:t>
            </a:r>
          </a:p>
        </p:txBody>
      </p:sp>
    </p:spTree>
    <p:extLst>
      <p:ext uri="{BB962C8B-B14F-4D97-AF65-F5344CB8AC3E}">
        <p14:creationId xmlns:p14="http://schemas.microsoft.com/office/powerpoint/2010/main" val="169070823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78460E66-A270-417E-87A8-4ED617C4BAB8}"/>
              </a:ext>
            </a:extLst>
          </p:cNvPr>
          <p:cNvSpPr>
            <a:spLocks xmlns:a="http://schemas.openxmlformats.org/drawingml/2006/main" noGrp="1"/>
          </p:cNvSpPr>
          <p:nvPr/>
        </p:nvSpPr>
        <p:spPr>
          <a:xfrm xmlns:a="http://schemas.openxmlformats.org/drawingml/2006/main">
            <a:off x="400050" y="3333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E74B5"/>
                </a:solidFill>
                <a:latin typeface="Aptos"/>
                <a:ea typeface="Aptos"/>
                <a:cs typeface="Aptos"/>
              </a:defRPr>
            </a:pPr>
            <a:r>
              <a:rPr sz="975" b="1">
                <a:solidFill>
                  <a:srgbClr val="2E74B5"/>
                </a:solidFill>
                <a:latin typeface="Aptos"/>
                <a:ea typeface="Aptos"/>
                <a:cs typeface="Aptos"/>
              </a:rPr>
              <a:t>MENTAL MODEL</a:t>
            </a:r>
          </a:p>
        </p:txBody>
      </p:sp>
      <p:sp>
        <p:nvSpPr>
          <p:cNvPr id="2" name="">
            <a:extLst xmlns:a="http://schemas.openxmlformats.org/drawingml/2006/main">
              <a:ext uri="{FF2B5EF4-FFF2-40B4-BE49-F238E27FC236}">
                <a16:creationId xmlns:a16="http://schemas.microsoft.com/office/drawing/2014/main" id="{9634C576-33CC-4D58-BC6A-16E05AE33E52}"/>
              </a:ext>
            </a:extLst>
          </p:cNvPr>
          <p:cNvSpPr>
            <a:spLocks xmlns:a="http://schemas.openxmlformats.org/drawingml/2006/main" noGrp="1"/>
          </p:cNvSpPr>
          <p:nvPr/>
        </p:nvSpPr>
        <p:spPr>
          <a:xfrm xmlns:a="http://schemas.openxmlformats.org/drawingml/2006/main">
            <a:off x="400050" y="742950"/>
            <a:ext cx="11382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827"/>
                </a:solidFill>
                <a:latin typeface="Aptos"/>
                <a:ea typeface="Aptos"/>
                <a:cs typeface="Aptos"/>
              </a:defRPr>
            </a:pPr>
            <a:r>
              <a:rPr sz="2850" b="1">
                <a:solidFill>
                  <a:srgbClr val="111827"/>
                </a:solidFill>
                <a:latin typeface="Aptos"/>
                <a:ea typeface="Aptos"/>
                <a:cs typeface="Aptos"/>
              </a:rPr>
              <a:t>One system, four distinct ideas</a:t>
            </a:r>
          </a:p>
        </p:txBody>
      </p:sp>
      <p:sp>
        <p:nvSpPr>
          <p:cNvPr id="3" name="">
            <a:extLst xmlns:a="http://schemas.openxmlformats.org/drawingml/2006/main">
              <a:ext uri="{FF2B5EF4-FFF2-40B4-BE49-F238E27FC236}">
                <a16:creationId xmlns:a16="http://schemas.microsoft.com/office/drawing/2014/main" id="{5AD48F9C-7219-49E2-86D3-0E888F0AD4EA}"/>
              </a:ext>
            </a:extLst>
          </p:cNvPr>
          <p:cNvSpPr>
            <a:spLocks xmlns:a="http://schemas.openxmlformats.org/drawingml/2006/main" noGrp="1"/>
          </p:cNvSpPr>
          <p:nvPr/>
        </p:nvSpPr>
        <p:spPr>
          <a:xfrm xmlns:a="http://schemas.openxmlformats.org/drawingml/2006/main">
            <a:off x="400050" y="1952625"/>
            <a:ext cx="5381625" cy="1571625"/>
          </a:xfrm>
          <a:prstGeom xmlns:a="http://schemas.openxmlformats.org/drawingml/2006/main" prst="roundRect">
            <a:avLst>
              <a:gd name="adj" fmla="val 9697"/>
            </a:avLst>
          </a:prstGeom>
          <a:solidFill xmlns:a="http://schemas.openxmlformats.org/drawingml/2006/main">
            <a:srgbClr val="EAF5FB"/>
          </a:solidFill>
          <a:ln xmlns:a="http://schemas.openxmlformats.org/drawingml/2006/main" w="9525">
            <a:solidFill>
              <a:srgbClr val="CBD5E1"/>
            </a:solidFill>
            <a:prstDash val="solid"/>
          </a:ln>
        </p:spPr>
      </p:sp>
      <p:sp>
        <p:nvSpPr>
          <p:cNvPr id="4" name="">
            <a:extLst xmlns:a="http://schemas.openxmlformats.org/drawingml/2006/main">
              <a:ext uri="{FF2B5EF4-FFF2-40B4-BE49-F238E27FC236}">
                <a16:creationId xmlns:a16="http://schemas.microsoft.com/office/drawing/2014/main" id="{A8EC8E26-2EB8-4124-A539-B429367F4227}"/>
              </a:ext>
            </a:extLst>
          </p:cNvPr>
          <p:cNvSpPr>
            <a:spLocks xmlns:a="http://schemas.openxmlformats.org/drawingml/2006/main" noGrp="1"/>
          </p:cNvSpPr>
          <p:nvPr/>
        </p:nvSpPr>
        <p:spPr>
          <a:xfrm xmlns:a="http://schemas.openxmlformats.org/drawingml/2006/main">
            <a:off x="666750" y="2219325"/>
            <a:ext cx="223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F4D78"/>
                </a:solidFill>
                <a:latin typeface="Aptos"/>
                <a:ea typeface="Aptos"/>
                <a:cs typeface="Aptos"/>
              </a:defRPr>
            </a:pPr>
            <a:r>
              <a:rPr sz="1275" b="1">
                <a:solidFill>
                  <a:srgbClr val="1F4D78"/>
                </a:solidFill>
                <a:latin typeface="Aptos"/>
                <a:ea typeface="Aptos"/>
                <a:cs typeface="Aptos"/>
              </a:rPr>
              <a:t>PROVENANCE</a:t>
            </a:r>
          </a:p>
        </p:txBody>
      </p:sp>
      <p:sp>
        <p:nvSpPr>
          <p:cNvPr id="5" name="">
            <a:extLst xmlns:a="http://schemas.openxmlformats.org/drawingml/2006/main">
              <a:ext uri="{FF2B5EF4-FFF2-40B4-BE49-F238E27FC236}">
                <a16:creationId xmlns:a16="http://schemas.microsoft.com/office/drawing/2014/main" id="{946004B1-127E-41D0-B13D-FE82C31EDF6F}"/>
              </a:ext>
            </a:extLst>
          </p:cNvPr>
          <p:cNvSpPr>
            <a:spLocks xmlns:a="http://schemas.openxmlformats.org/drawingml/2006/main" noGrp="1"/>
          </p:cNvSpPr>
          <p:nvPr/>
        </p:nvSpPr>
        <p:spPr>
          <a:xfrm xmlns:a="http://schemas.openxmlformats.org/drawingml/2006/main">
            <a:off x="666750" y="2695575"/>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Origin + acquisition</a:t>
            </a:r>
          </a:p>
        </p:txBody>
      </p:sp>
      <p:sp>
        <p:nvSpPr>
          <p:cNvPr id="6" name="">
            <a:extLst xmlns:a="http://schemas.openxmlformats.org/drawingml/2006/main">
              <a:ext uri="{FF2B5EF4-FFF2-40B4-BE49-F238E27FC236}">
                <a16:creationId xmlns:a16="http://schemas.microsoft.com/office/drawing/2014/main" id="{EDE757C0-B081-428C-9DAE-027814B0E27C}"/>
              </a:ext>
            </a:extLst>
          </p:cNvPr>
          <p:cNvSpPr>
            <a:spLocks xmlns:a="http://schemas.openxmlformats.org/drawingml/2006/main" noGrp="1"/>
          </p:cNvSpPr>
          <p:nvPr/>
        </p:nvSpPr>
        <p:spPr>
          <a:xfrm xmlns:a="http://schemas.openxmlformats.org/drawingml/2006/main">
            <a:off x="6172200" y="1952625"/>
            <a:ext cx="5381625" cy="1571625"/>
          </a:xfrm>
          <a:prstGeom xmlns:a="http://schemas.openxmlformats.org/drawingml/2006/main" prst="roundRect">
            <a:avLst>
              <a:gd name="adj" fmla="val 9697"/>
            </a:avLst>
          </a:prstGeom>
          <a:solidFill xmlns:a="http://schemas.openxmlformats.org/drawingml/2006/main">
            <a:srgbClr val="EAF5EE"/>
          </a:solidFill>
          <a:ln xmlns:a="http://schemas.openxmlformats.org/drawingml/2006/main" w="9525">
            <a:solidFill>
              <a:srgbClr val="CBD5E1"/>
            </a:solidFill>
            <a:prstDash val="solid"/>
          </a:ln>
        </p:spPr>
      </p:sp>
      <p:sp>
        <p:nvSpPr>
          <p:cNvPr id="7" name="">
            <a:extLst xmlns:a="http://schemas.openxmlformats.org/drawingml/2006/main">
              <a:ext uri="{FF2B5EF4-FFF2-40B4-BE49-F238E27FC236}">
                <a16:creationId xmlns:a16="http://schemas.microsoft.com/office/drawing/2014/main" id="{CC79FD98-5BAA-4278-A5CD-F6DE99948C81}"/>
              </a:ext>
            </a:extLst>
          </p:cNvPr>
          <p:cNvSpPr>
            <a:spLocks xmlns:a="http://schemas.openxmlformats.org/drawingml/2006/main" noGrp="1"/>
          </p:cNvSpPr>
          <p:nvPr/>
        </p:nvSpPr>
        <p:spPr>
          <a:xfrm xmlns:a="http://schemas.openxmlformats.org/drawingml/2006/main">
            <a:off x="6438900" y="2219325"/>
            <a:ext cx="223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F4D78"/>
                </a:solidFill>
                <a:latin typeface="Aptos"/>
                <a:ea typeface="Aptos"/>
                <a:cs typeface="Aptos"/>
              </a:defRPr>
            </a:pPr>
            <a:r>
              <a:rPr sz="1275" b="1">
                <a:solidFill>
                  <a:srgbClr val="1F4D78"/>
                </a:solidFill>
                <a:latin typeface="Aptos"/>
                <a:ea typeface="Aptos"/>
                <a:cs typeface="Aptos"/>
              </a:rPr>
              <a:t>COVERAGE</a:t>
            </a:r>
          </a:p>
        </p:txBody>
      </p:sp>
      <p:sp>
        <p:nvSpPr>
          <p:cNvPr id="8" name="">
            <a:extLst xmlns:a="http://schemas.openxmlformats.org/drawingml/2006/main">
              <a:ext uri="{FF2B5EF4-FFF2-40B4-BE49-F238E27FC236}">
                <a16:creationId xmlns:a16="http://schemas.microsoft.com/office/drawing/2014/main" id="{1EFE8A06-2058-4C0D-8C97-9209AAE8B840}"/>
              </a:ext>
            </a:extLst>
          </p:cNvPr>
          <p:cNvSpPr>
            <a:spLocks xmlns:a="http://schemas.openxmlformats.org/drawingml/2006/main" noGrp="1"/>
          </p:cNvSpPr>
          <p:nvPr/>
        </p:nvSpPr>
        <p:spPr>
          <a:xfrm xmlns:a="http://schemas.openxmlformats.org/drawingml/2006/main">
            <a:off x="6438900" y="2695575"/>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Inspected + omitted</a:t>
            </a:r>
          </a:p>
        </p:txBody>
      </p:sp>
      <p:sp>
        <p:nvSpPr>
          <p:cNvPr id="9" name="">
            <a:extLst xmlns:a="http://schemas.openxmlformats.org/drawingml/2006/main">
              <a:ext uri="{FF2B5EF4-FFF2-40B4-BE49-F238E27FC236}">
                <a16:creationId xmlns:a16="http://schemas.microsoft.com/office/drawing/2014/main" id="{BAD46C10-F619-41BD-9987-FC997D9E5BC2}"/>
              </a:ext>
            </a:extLst>
          </p:cNvPr>
          <p:cNvSpPr>
            <a:spLocks xmlns:a="http://schemas.openxmlformats.org/drawingml/2006/main" noGrp="1"/>
          </p:cNvSpPr>
          <p:nvPr/>
        </p:nvSpPr>
        <p:spPr>
          <a:xfrm xmlns:a="http://schemas.openxmlformats.org/drawingml/2006/main">
            <a:off x="400050" y="4000500"/>
            <a:ext cx="5381625" cy="1571625"/>
          </a:xfrm>
          <a:prstGeom xmlns:a="http://schemas.openxmlformats.org/drawingml/2006/main" prst="roundRect">
            <a:avLst>
              <a:gd name="adj" fmla="val 9697"/>
            </a:avLst>
          </a:prstGeom>
          <a:solidFill xmlns:a="http://schemas.openxmlformats.org/drawingml/2006/main">
            <a:srgbClr val="FFF4D6"/>
          </a:solidFill>
          <a:ln xmlns:a="http://schemas.openxmlformats.org/drawingml/2006/main" w="9525">
            <a:solidFill>
              <a:srgbClr val="CBD5E1"/>
            </a:solidFill>
            <a:prstDash val="solid"/>
          </a:ln>
        </p:spPr>
      </p:sp>
      <p:sp>
        <p:nvSpPr>
          <p:cNvPr id="10" name="">
            <a:extLst xmlns:a="http://schemas.openxmlformats.org/drawingml/2006/main">
              <a:ext uri="{FF2B5EF4-FFF2-40B4-BE49-F238E27FC236}">
                <a16:creationId xmlns:a16="http://schemas.microsoft.com/office/drawing/2014/main" id="{3ED08241-5977-4F04-848A-670B2968D085}"/>
              </a:ext>
            </a:extLst>
          </p:cNvPr>
          <p:cNvSpPr>
            <a:spLocks xmlns:a="http://schemas.openxmlformats.org/drawingml/2006/main" noGrp="1"/>
          </p:cNvSpPr>
          <p:nvPr/>
        </p:nvSpPr>
        <p:spPr>
          <a:xfrm xmlns:a="http://schemas.openxmlformats.org/drawingml/2006/main">
            <a:off x="666750" y="4267200"/>
            <a:ext cx="223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F4D78"/>
                </a:solidFill>
                <a:latin typeface="Aptos"/>
                <a:ea typeface="Aptos"/>
                <a:cs typeface="Aptos"/>
              </a:defRPr>
            </a:pPr>
            <a:r>
              <a:rPr sz="1275" b="1">
                <a:solidFill>
                  <a:srgbClr val="1F4D78"/>
                </a:solidFill>
                <a:latin typeface="Aptos"/>
                <a:ea typeface="Aptos"/>
                <a:cs typeface="Aptos"/>
              </a:rPr>
              <a:t>CONTRACT</a:t>
            </a:r>
          </a:p>
        </p:txBody>
      </p:sp>
      <p:sp>
        <p:nvSpPr>
          <p:cNvPr id="11" name="">
            <a:extLst xmlns:a="http://schemas.openxmlformats.org/drawingml/2006/main">
              <a:ext uri="{FF2B5EF4-FFF2-40B4-BE49-F238E27FC236}">
                <a16:creationId xmlns:a16="http://schemas.microsoft.com/office/drawing/2014/main" id="{2854CE62-E7C9-4C4A-B1C5-8E367CEEF120}"/>
              </a:ext>
            </a:extLst>
          </p:cNvPr>
          <p:cNvSpPr>
            <a:spLocks xmlns:a="http://schemas.openxmlformats.org/drawingml/2006/main" noGrp="1"/>
          </p:cNvSpPr>
          <p:nvPr/>
        </p:nvSpPr>
        <p:spPr>
          <a:xfrm xmlns:a="http://schemas.openxmlformats.org/drawingml/2006/main">
            <a:off x="666750" y="4743450"/>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Shared obligations</a:t>
            </a:r>
          </a:p>
        </p:txBody>
      </p:sp>
      <p:sp>
        <p:nvSpPr>
          <p:cNvPr id="12" name="">
            <a:extLst xmlns:a="http://schemas.openxmlformats.org/drawingml/2006/main">
              <a:ext uri="{FF2B5EF4-FFF2-40B4-BE49-F238E27FC236}">
                <a16:creationId xmlns:a16="http://schemas.microsoft.com/office/drawing/2014/main" id="{7BA0E1D2-BEAB-451C-AEB3-B7BB10B3DF16}"/>
              </a:ext>
            </a:extLst>
          </p:cNvPr>
          <p:cNvSpPr>
            <a:spLocks xmlns:a="http://schemas.openxmlformats.org/drawingml/2006/main" noGrp="1"/>
          </p:cNvSpPr>
          <p:nvPr/>
        </p:nvSpPr>
        <p:spPr>
          <a:xfrm xmlns:a="http://schemas.openxmlformats.org/drawingml/2006/main">
            <a:off x="6172200" y="4000500"/>
            <a:ext cx="5381625" cy="1571625"/>
          </a:xfrm>
          <a:prstGeom xmlns:a="http://schemas.openxmlformats.org/drawingml/2006/main" prst="roundRect">
            <a:avLst>
              <a:gd name="adj" fmla="val 9697"/>
            </a:avLst>
          </a:prstGeom>
          <a:solidFill xmlns:a="http://schemas.openxmlformats.org/drawingml/2006/main">
            <a:srgbClr val="FBEAEC"/>
          </a:solidFill>
          <a:ln xmlns:a="http://schemas.openxmlformats.org/drawingml/2006/main" w="9525">
            <a:solidFill>
              <a:srgbClr val="CBD5E1"/>
            </a:solidFill>
            <a:prstDash val="solid"/>
          </a:ln>
        </p:spPr>
      </p:sp>
      <p:sp>
        <p:nvSpPr>
          <p:cNvPr id="13" name="">
            <a:extLst xmlns:a="http://schemas.openxmlformats.org/drawingml/2006/main">
              <a:ext uri="{FF2B5EF4-FFF2-40B4-BE49-F238E27FC236}">
                <a16:creationId xmlns:a16="http://schemas.microsoft.com/office/drawing/2014/main" id="{839A4479-E089-4F83-8723-43620A0D68BC}"/>
              </a:ext>
            </a:extLst>
          </p:cNvPr>
          <p:cNvSpPr>
            <a:spLocks xmlns:a="http://schemas.openxmlformats.org/drawingml/2006/main" noGrp="1"/>
          </p:cNvSpPr>
          <p:nvPr/>
        </p:nvSpPr>
        <p:spPr>
          <a:xfrm xmlns:a="http://schemas.openxmlformats.org/drawingml/2006/main">
            <a:off x="6438900" y="4267200"/>
            <a:ext cx="223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F4D78"/>
                </a:solidFill>
                <a:latin typeface="Aptos"/>
                <a:ea typeface="Aptos"/>
                <a:cs typeface="Aptos"/>
              </a:defRPr>
            </a:pPr>
            <a:r>
              <a:rPr sz="1275" b="1">
                <a:solidFill>
                  <a:srgbClr val="1F4D78"/>
                </a:solidFill>
                <a:latin typeface="Aptos"/>
                <a:ea typeface="Aptos"/>
                <a:cs typeface="Aptos"/>
              </a:rPr>
              <a:t>TRACEABILITY</a:t>
            </a:r>
          </a:p>
        </p:txBody>
      </p:sp>
      <p:sp>
        <p:nvSpPr>
          <p:cNvPr id="14" name="">
            <a:extLst xmlns:a="http://schemas.openxmlformats.org/drawingml/2006/main">
              <a:ext uri="{FF2B5EF4-FFF2-40B4-BE49-F238E27FC236}">
                <a16:creationId xmlns:a16="http://schemas.microsoft.com/office/drawing/2014/main" id="{1C9CEC11-BCDA-449C-B234-ED045416BB2A}"/>
              </a:ext>
            </a:extLst>
          </p:cNvPr>
          <p:cNvSpPr>
            <a:spLocks xmlns:a="http://schemas.openxmlformats.org/drawingml/2006/main" noGrp="1"/>
          </p:cNvSpPr>
          <p:nvPr/>
        </p:nvSpPr>
        <p:spPr>
          <a:xfrm xmlns:a="http://schemas.openxmlformats.org/drawingml/2006/main">
            <a:off x="6438900" y="4743450"/>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Stable links end to end</a:t>
            </a:r>
          </a:p>
        </p:txBody>
      </p:sp>
      <p:sp>
        <p:nvSpPr>
          <p:cNvPr id="15" name="">
            <a:extLst xmlns:a="http://schemas.openxmlformats.org/drawingml/2006/main">
              <a:ext uri="{FF2B5EF4-FFF2-40B4-BE49-F238E27FC236}">
                <a16:creationId xmlns:a16="http://schemas.microsoft.com/office/drawing/2014/main" id="{BC57CDDD-4FFB-47ED-BED7-6AEE423B1798}"/>
              </a:ext>
            </a:extLst>
          </p:cNvPr>
          <p:cNvSpPr>
            <a:spLocks xmlns:a="http://schemas.openxmlformats.org/drawingml/2006/main" noGrp="1"/>
          </p:cNvSpPr>
          <p:nvPr/>
        </p:nvSpPr>
        <p:spPr>
          <a:xfrm xmlns:a="http://schemas.openxmlformats.org/drawingml/2006/main">
            <a:off x="5857875" y="2552700"/>
            <a:ext cx="23812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6" name="">
            <a:extLst xmlns:a="http://schemas.openxmlformats.org/drawingml/2006/main">
              <a:ext uri="{FF2B5EF4-FFF2-40B4-BE49-F238E27FC236}">
                <a16:creationId xmlns:a16="http://schemas.microsoft.com/office/drawing/2014/main" id="{4186F42E-DAFF-4527-96B4-0BED7AE41C29}"/>
              </a:ext>
            </a:extLst>
          </p:cNvPr>
          <p:cNvSpPr>
            <a:spLocks xmlns:a="http://schemas.openxmlformats.org/drawingml/2006/main" noGrp="1"/>
          </p:cNvSpPr>
          <p:nvPr/>
        </p:nvSpPr>
        <p:spPr>
          <a:xfrm xmlns:a="http://schemas.openxmlformats.org/drawingml/2006/main">
            <a:off x="5857875" y="4600575"/>
            <a:ext cx="23812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7" name="">
            <a:extLst xmlns:a="http://schemas.openxmlformats.org/drawingml/2006/main">
              <a:ext uri="{FF2B5EF4-FFF2-40B4-BE49-F238E27FC236}">
                <a16:creationId xmlns:a16="http://schemas.microsoft.com/office/drawing/2014/main" id="{4B8AAE72-89D2-4EAF-8E8E-E89F95BA2DBC}"/>
              </a:ext>
            </a:extLst>
          </p:cNvPr>
          <p:cNvSpPr>
            <a:spLocks xmlns:a="http://schemas.openxmlformats.org/drawingml/2006/main" noGrp="1"/>
          </p:cNvSpPr>
          <p:nvPr/>
        </p:nvSpPr>
        <p:spPr>
          <a:xfrm xmlns:a="http://schemas.openxmlformats.org/drawingml/2006/main">
            <a:off x="3000375" y="3600450"/>
            <a:ext cx="38100" cy="32385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8" name="">
            <a:extLst xmlns:a="http://schemas.openxmlformats.org/drawingml/2006/main">
              <a:ext uri="{FF2B5EF4-FFF2-40B4-BE49-F238E27FC236}">
                <a16:creationId xmlns:a16="http://schemas.microsoft.com/office/drawing/2014/main" id="{C0156410-810D-4A5C-9729-8663A0BA56BE}"/>
              </a:ext>
            </a:extLst>
          </p:cNvPr>
          <p:cNvSpPr>
            <a:spLocks xmlns:a="http://schemas.openxmlformats.org/drawingml/2006/main" noGrp="1"/>
          </p:cNvSpPr>
          <p:nvPr/>
        </p:nvSpPr>
        <p:spPr>
          <a:xfrm xmlns:a="http://schemas.openxmlformats.org/drawingml/2006/main">
            <a:off x="8772525" y="3600450"/>
            <a:ext cx="38100" cy="32385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9" name="">
            <a:extLst xmlns:a="http://schemas.openxmlformats.org/drawingml/2006/main">
              <a:ext uri="{FF2B5EF4-FFF2-40B4-BE49-F238E27FC236}">
                <a16:creationId xmlns:a16="http://schemas.microsoft.com/office/drawing/2014/main" id="{A98E6344-4967-4597-9E4F-257B0275DB36}"/>
              </a:ext>
            </a:extLst>
          </p:cNvPr>
          <p:cNvSpPr>
            <a:spLocks xmlns:a="http://schemas.openxmlformats.org/drawingml/2006/main" noGrp="1"/>
          </p:cNvSpPr>
          <p:nvPr/>
        </p:nvSpPr>
        <p:spPr>
          <a:xfrm xmlns:a="http://schemas.openxmlformats.org/drawingml/2006/main">
            <a:off x="400050" y="6400800"/>
            <a:ext cx="113919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0" name="">
            <a:extLst xmlns:a="http://schemas.openxmlformats.org/drawingml/2006/main">
              <a:ext uri="{FF2B5EF4-FFF2-40B4-BE49-F238E27FC236}">
                <a16:creationId xmlns:a16="http://schemas.microsoft.com/office/drawing/2014/main" id="{03B2901D-D7E1-491C-9FD2-7FA9E1E20574}"/>
              </a:ext>
            </a:extLst>
          </p:cNvPr>
          <p:cNvSpPr>
            <a:spLocks xmlns:a="http://schemas.openxmlformats.org/drawingml/2006/main" noGrp="1"/>
          </p:cNvSpPr>
          <p:nvPr/>
        </p:nvSpPr>
        <p:spPr>
          <a:xfrm xmlns:a="http://schemas.openxmlformats.org/drawingml/2006/main">
            <a:off x="40005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52606D"/>
                </a:solidFill>
                <a:latin typeface="Aptos"/>
                <a:ea typeface="Aptos"/>
                <a:cs typeface="Aptos"/>
              </a:defRPr>
            </a:pPr>
            <a:r>
              <a:rPr sz="900" b="1">
                <a:solidFill>
                  <a:srgbClr val="52606D"/>
                </a:solidFill>
                <a:latin typeface="Aptos"/>
                <a:ea typeface="Aptos"/>
                <a:cs typeface="Aptos"/>
              </a:rPr>
              <a:t>SESSION 02  •  CODE REVIEW HARNESS</a:t>
            </a:r>
          </a:p>
        </p:txBody>
      </p:sp>
      <p:sp>
        <p:nvSpPr>
          <p:cNvPr id="21" name="">
            <a:extLst xmlns:a="http://schemas.openxmlformats.org/drawingml/2006/main">
              <a:ext uri="{FF2B5EF4-FFF2-40B4-BE49-F238E27FC236}">
                <a16:creationId xmlns:a16="http://schemas.microsoft.com/office/drawing/2014/main" id="{BF73740B-AA44-4671-BF7B-B16B66EA7EB5}"/>
              </a:ext>
            </a:extLst>
          </p:cNvPr>
          <p:cNvSpPr>
            <a:spLocks xmlns:a="http://schemas.openxmlformats.org/drawingml/2006/main" noGrp="1"/>
          </p:cNvSpPr>
          <p:nvPr/>
        </p:nvSpPr>
        <p:spPr>
          <a:xfrm xmlns:a="http://schemas.openxmlformats.org/drawingml/2006/main">
            <a:off x="11096625" y="649605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2606D"/>
                </a:solidFill>
                <a:latin typeface="Aptos"/>
                <a:ea typeface="Aptos"/>
                <a:cs typeface="Aptos"/>
              </a:defRPr>
            </a:pPr>
            <a:r>
              <a:rPr sz="900" b="1">
                <a:solidFill>
                  <a:srgbClr val="52606D"/>
                </a:solidFill>
                <a:latin typeface="Aptos"/>
                <a:ea typeface="Aptos"/>
                <a:cs typeface="Aptos"/>
              </a:rPr>
              <a:t>03</a:t>
            </a:r>
          </a:p>
        </p:txBody>
      </p:sp>
    </p:spTree>
    <p:extLst>
      <p:ext uri="{BB962C8B-B14F-4D97-AF65-F5344CB8AC3E}">
        <p14:creationId xmlns:p14="http://schemas.microsoft.com/office/powerpoint/2010/main" val="205268980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EBFCD203-1F11-4ACE-A265-34AA435C47FA}"/>
              </a:ext>
            </a:extLst>
          </p:cNvPr>
          <p:cNvSpPr>
            <a:spLocks xmlns:a="http://schemas.openxmlformats.org/drawingml/2006/main" noGrp="1"/>
          </p:cNvSpPr>
          <p:nvPr/>
        </p:nvSpPr>
        <p:spPr>
          <a:xfrm xmlns:a="http://schemas.openxmlformats.org/drawingml/2006/main">
            <a:off x="400050" y="3333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E74B5"/>
                </a:solidFill>
                <a:latin typeface="Aptos"/>
                <a:ea typeface="Aptos"/>
                <a:cs typeface="Aptos"/>
              </a:defRPr>
            </a:pPr>
            <a:r>
              <a:rPr sz="975" b="1">
                <a:solidFill>
                  <a:srgbClr val="2E74B5"/>
                </a:solidFill>
                <a:latin typeface="Aptos"/>
                <a:ea typeface="Aptos"/>
                <a:cs typeface="Aptos"/>
              </a:rPr>
              <a:t>WORKED EXAMPLE</a:t>
            </a:r>
          </a:p>
        </p:txBody>
      </p:sp>
      <p:sp>
        <p:nvSpPr>
          <p:cNvPr id="2" name="">
            <a:extLst xmlns:a="http://schemas.openxmlformats.org/drawingml/2006/main">
              <a:ext uri="{FF2B5EF4-FFF2-40B4-BE49-F238E27FC236}">
                <a16:creationId xmlns:a16="http://schemas.microsoft.com/office/drawing/2014/main" id="{621370FE-2299-4BD3-BAC7-3C49814053FE}"/>
              </a:ext>
            </a:extLst>
          </p:cNvPr>
          <p:cNvSpPr>
            <a:spLocks xmlns:a="http://schemas.openxmlformats.org/drawingml/2006/main" noGrp="1"/>
          </p:cNvSpPr>
          <p:nvPr/>
        </p:nvSpPr>
        <p:spPr>
          <a:xfrm xmlns:a="http://schemas.openxmlformats.org/drawingml/2006/main">
            <a:off x="400050" y="742950"/>
            <a:ext cx="11382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827"/>
                </a:solidFill>
                <a:latin typeface="Aptos"/>
                <a:ea typeface="Aptos"/>
                <a:cs typeface="Aptos"/>
              </a:defRPr>
            </a:pPr>
            <a:r>
              <a:rPr sz="2850" b="1">
                <a:solidFill>
                  <a:srgbClr val="111827"/>
                </a:solidFill>
                <a:latin typeface="Aptos"/>
                <a:ea typeface="Aptos"/>
                <a:cs typeface="Aptos"/>
              </a:rPr>
              <a:t>A trustworthy result is a chain—not a clever paragraph</a:t>
            </a:r>
          </a:p>
        </p:txBody>
      </p:sp>
      <p:sp>
        <p:nvSpPr>
          <p:cNvPr id="3" name="">
            <a:extLst xmlns:a="http://schemas.openxmlformats.org/drawingml/2006/main">
              <a:ext uri="{FF2B5EF4-FFF2-40B4-BE49-F238E27FC236}">
                <a16:creationId xmlns:a16="http://schemas.microsoft.com/office/drawing/2014/main" id="{D6E96ED2-2C0A-4BFF-95F3-0C2720C988C0}"/>
              </a:ext>
            </a:extLst>
          </p:cNvPr>
          <p:cNvSpPr>
            <a:spLocks xmlns:a="http://schemas.openxmlformats.org/drawingml/2006/main" noGrp="1"/>
          </p:cNvSpPr>
          <p:nvPr/>
        </p:nvSpPr>
        <p:spPr>
          <a:xfrm xmlns:a="http://schemas.openxmlformats.org/drawingml/2006/main">
            <a:off x="400050" y="2476500"/>
            <a:ext cx="1981200" cy="1571625"/>
          </a:xfrm>
          <a:prstGeom xmlns:a="http://schemas.openxmlformats.org/drawingml/2006/main" prst="roundRect">
            <a:avLst>
              <a:gd name="adj" fmla="val 7273"/>
            </a:avLst>
          </a:prstGeom>
          <a:solidFill xmlns:a="http://schemas.openxmlformats.org/drawingml/2006/main">
            <a:srgbClr val="F2F2F2"/>
          </a:solidFill>
          <a:ln xmlns:a="http://schemas.openxmlformats.org/drawingml/2006/main" w="9525">
            <a:solidFill>
              <a:srgbClr val="CBD5E1"/>
            </a:solidFill>
            <a:prstDash val="solid"/>
          </a:ln>
        </p:spPr>
      </p:sp>
      <p:sp>
        <p:nvSpPr>
          <p:cNvPr id="4" name="">
            <a:extLst xmlns:a="http://schemas.openxmlformats.org/drawingml/2006/main">
              <a:ext uri="{FF2B5EF4-FFF2-40B4-BE49-F238E27FC236}">
                <a16:creationId xmlns:a16="http://schemas.microsoft.com/office/drawing/2014/main" id="{02F169C4-A20F-485E-ACE2-73F7E85385CD}"/>
              </a:ext>
            </a:extLst>
          </p:cNvPr>
          <p:cNvSpPr>
            <a:spLocks xmlns:a="http://schemas.openxmlformats.org/drawingml/2006/main" noGrp="1"/>
          </p:cNvSpPr>
          <p:nvPr/>
        </p:nvSpPr>
        <p:spPr>
          <a:xfrm xmlns:a="http://schemas.openxmlformats.org/drawingml/2006/main">
            <a:off x="571500" y="2647950"/>
            <a:ext cx="36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2E74B5"/>
                </a:solidFill>
                <a:latin typeface="Aptos"/>
                <a:ea typeface="Aptos"/>
                <a:cs typeface="Aptos"/>
              </a:defRPr>
            </a:pPr>
            <a:r>
              <a:rPr sz="1200" b="1">
                <a:solidFill>
                  <a:srgbClr val="2E74B5"/>
                </a:solidFill>
                <a:latin typeface="Aptos"/>
                <a:ea typeface="Aptos"/>
                <a:cs typeface="Aptos"/>
              </a:rPr>
              <a:t>1</a:t>
            </a:r>
          </a:p>
        </p:txBody>
      </p:sp>
      <p:sp>
        <p:nvSpPr>
          <p:cNvPr id="5" name="">
            <a:extLst xmlns:a="http://schemas.openxmlformats.org/drawingml/2006/main">
              <a:ext uri="{FF2B5EF4-FFF2-40B4-BE49-F238E27FC236}">
                <a16:creationId xmlns:a16="http://schemas.microsoft.com/office/drawing/2014/main" id="{C4CDD1C3-C9A0-4822-A32B-A0FE43E8B1F3}"/>
              </a:ext>
            </a:extLst>
          </p:cNvPr>
          <p:cNvSpPr>
            <a:spLocks xmlns:a="http://schemas.openxmlformats.org/drawingml/2006/main" noGrp="1"/>
          </p:cNvSpPr>
          <p:nvPr/>
        </p:nvSpPr>
        <p:spPr>
          <a:xfrm xmlns:a="http://schemas.openxmlformats.org/drawingml/2006/main">
            <a:off x="590550" y="3124200"/>
            <a:ext cx="1600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75" b="1">
                <a:solidFill>
                  <a:srgbClr val="111827"/>
                </a:solidFill>
                <a:latin typeface="Aptos"/>
                <a:ea typeface="Aptos"/>
                <a:cs typeface="Aptos"/>
              </a:defRPr>
            </a:pPr>
            <a:r>
              <a:rPr sz="1575" b="1">
                <a:solidFill>
                  <a:srgbClr val="111827"/>
                </a:solidFill>
                <a:latin typeface="Aptos"/>
                <a:ea typeface="Aptos"/>
                <a:cs typeface="Aptos"/>
              </a:rPr>
              <a:t>Source line</a:t>
            </a:r>
          </a:p>
        </p:txBody>
      </p:sp>
      <p:sp>
        <p:nvSpPr>
          <p:cNvPr id="6" name="">
            <a:extLst xmlns:a="http://schemas.openxmlformats.org/drawingml/2006/main">
              <a:ext uri="{FF2B5EF4-FFF2-40B4-BE49-F238E27FC236}">
                <a16:creationId xmlns:a16="http://schemas.microsoft.com/office/drawing/2014/main" id="{D20F0425-90A0-4A94-8BA1-458C9FEEEBC2}"/>
              </a:ext>
            </a:extLst>
          </p:cNvPr>
          <p:cNvSpPr>
            <a:spLocks xmlns:a="http://schemas.openxmlformats.org/drawingml/2006/main" noGrp="1"/>
          </p:cNvSpPr>
          <p:nvPr/>
        </p:nvSpPr>
        <p:spPr>
          <a:xfrm xmlns:a="http://schemas.openxmlformats.org/drawingml/2006/main">
            <a:off x="2438400" y="3238500"/>
            <a:ext cx="18097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7" name="">
            <a:extLst xmlns:a="http://schemas.openxmlformats.org/drawingml/2006/main">
              <a:ext uri="{FF2B5EF4-FFF2-40B4-BE49-F238E27FC236}">
                <a16:creationId xmlns:a16="http://schemas.microsoft.com/office/drawing/2014/main" id="{AA979B75-CBB7-4C23-A79F-CC3E30A463D6}"/>
              </a:ext>
            </a:extLst>
          </p:cNvPr>
          <p:cNvSpPr>
            <a:spLocks xmlns:a="http://schemas.openxmlformats.org/drawingml/2006/main" noGrp="1"/>
          </p:cNvSpPr>
          <p:nvPr/>
        </p:nvSpPr>
        <p:spPr>
          <a:xfrm xmlns:a="http://schemas.openxmlformats.org/drawingml/2006/main">
            <a:off x="2619375" y="3171825"/>
            <a:ext cx="133350" cy="171450"/>
          </a:xfrm>
          <a:prstGeom xmlns:a="http://schemas.openxmlformats.org/drawingml/2006/main" prst="chevron">
            <a:avLst/>
          </a:prstGeom>
          <a:solidFill xmlns:a="http://schemas.openxmlformats.org/drawingml/2006/main">
            <a:srgbClr val="2E74B5"/>
          </a:solidFill>
          <a:ln xmlns:a="http://schemas.openxmlformats.org/drawingml/2006/main" w="0">
            <a:solidFill>
              <a:srgbClr val="2E74B5"/>
            </a:solidFill>
            <a:prstDash val="solid"/>
          </a:ln>
        </p:spPr>
      </p:sp>
      <p:sp>
        <p:nvSpPr>
          <p:cNvPr id="8" name="">
            <a:extLst xmlns:a="http://schemas.openxmlformats.org/drawingml/2006/main">
              <a:ext uri="{FF2B5EF4-FFF2-40B4-BE49-F238E27FC236}">
                <a16:creationId xmlns:a16="http://schemas.microsoft.com/office/drawing/2014/main" id="{D365A45D-96F3-46FC-998C-79F0B6466095}"/>
              </a:ext>
            </a:extLst>
          </p:cNvPr>
          <p:cNvSpPr>
            <a:spLocks xmlns:a="http://schemas.openxmlformats.org/drawingml/2006/main" noGrp="1"/>
          </p:cNvSpPr>
          <p:nvPr/>
        </p:nvSpPr>
        <p:spPr>
          <a:xfrm xmlns:a="http://schemas.openxmlformats.org/drawingml/2006/main">
            <a:off x="2752725" y="2476500"/>
            <a:ext cx="1981200" cy="1571625"/>
          </a:xfrm>
          <a:prstGeom xmlns:a="http://schemas.openxmlformats.org/drawingml/2006/main" prst="roundRect">
            <a:avLst>
              <a:gd name="adj" fmla="val 7273"/>
            </a:avLst>
          </a:prstGeom>
          <a:solidFill xmlns:a="http://schemas.openxmlformats.org/drawingml/2006/main">
            <a:srgbClr val="F2F2F2"/>
          </a:solidFill>
          <a:ln xmlns:a="http://schemas.openxmlformats.org/drawingml/2006/main" w="9525">
            <a:solidFill>
              <a:srgbClr val="CBD5E1"/>
            </a:solidFill>
            <a:prstDash val="solid"/>
          </a:ln>
        </p:spPr>
      </p:sp>
      <p:sp>
        <p:nvSpPr>
          <p:cNvPr id="9" name="">
            <a:extLst xmlns:a="http://schemas.openxmlformats.org/drawingml/2006/main">
              <a:ext uri="{FF2B5EF4-FFF2-40B4-BE49-F238E27FC236}">
                <a16:creationId xmlns:a16="http://schemas.microsoft.com/office/drawing/2014/main" id="{6109FA11-30B1-4125-B32A-A3F32194AE4C}"/>
              </a:ext>
            </a:extLst>
          </p:cNvPr>
          <p:cNvSpPr>
            <a:spLocks xmlns:a="http://schemas.openxmlformats.org/drawingml/2006/main" noGrp="1"/>
          </p:cNvSpPr>
          <p:nvPr/>
        </p:nvSpPr>
        <p:spPr>
          <a:xfrm xmlns:a="http://schemas.openxmlformats.org/drawingml/2006/main">
            <a:off x="2924175" y="2647950"/>
            <a:ext cx="36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2E74B5"/>
                </a:solidFill>
                <a:latin typeface="Aptos"/>
                <a:ea typeface="Aptos"/>
                <a:cs typeface="Aptos"/>
              </a:defRPr>
            </a:pPr>
            <a:r>
              <a:rPr sz="1200" b="1">
                <a:solidFill>
                  <a:srgbClr val="2E74B5"/>
                </a:solidFill>
                <a:latin typeface="Aptos"/>
                <a:ea typeface="Aptos"/>
                <a:cs typeface="Aptos"/>
              </a:rPr>
              <a:t>2</a:t>
            </a:r>
          </a:p>
        </p:txBody>
      </p:sp>
      <p:sp>
        <p:nvSpPr>
          <p:cNvPr id="10" name="">
            <a:extLst xmlns:a="http://schemas.openxmlformats.org/drawingml/2006/main">
              <a:ext uri="{FF2B5EF4-FFF2-40B4-BE49-F238E27FC236}">
                <a16:creationId xmlns:a16="http://schemas.microsoft.com/office/drawing/2014/main" id="{B0E98053-9D74-4391-8449-1F883EEADA2C}"/>
              </a:ext>
            </a:extLst>
          </p:cNvPr>
          <p:cNvSpPr>
            <a:spLocks xmlns:a="http://schemas.openxmlformats.org/drawingml/2006/main" noGrp="1"/>
          </p:cNvSpPr>
          <p:nvPr/>
        </p:nvSpPr>
        <p:spPr>
          <a:xfrm xmlns:a="http://schemas.openxmlformats.org/drawingml/2006/main">
            <a:off x="2943225" y="3124200"/>
            <a:ext cx="1600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75" b="1">
                <a:solidFill>
                  <a:srgbClr val="111827"/>
                </a:solidFill>
                <a:latin typeface="Aptos"/>
                <a:ea typeface="Aptos"/>
                <a:cs typeface="Aptos"/>
              </a:defRPr>
            </a:pPr>
            <a:r>
              <a:rPr sz="1575" b="1">
                <a:solidFill>
                  <a:srgbClr val="111827"/>
                </a:solidFill>
                <a:latin typeface="Aptos"/>
                <a:ea typeface="Aptos"/>
                <a:cs typeface="Aptos"/>
              </a:rPr>
              <a:t>Evidence item</a:t>
            </a:r>
          </a:p>
        </p:txBody>
      </p:sp>
      <p:sp>
        <p:nvSpPr>
          <p:cNvPr id="11" name="">
            <a:extLst xmlns:a="http://schemas.openxmlformats.org/drawingml/2006/main">
              <a:ext uri="{FF2B5EF4-FFF2-40B4-BE49-F238E27FC236}">
                <a16:creationId xmlns:a16="http://schemas.microsoft.com/office/drawing/2014/main" id="{8F99A527-FDE3-414D-8D85-FE9F4E6E19AD}"/>
              </a:ext>
            </a:extLst>
          </p:cNvPr>
          <p:cNvSpPr>
            <a:spLocks xmlns:a="http://schemas.openxmlformats.org/drawingml/2006/main" noGrp="1"/>
          </p:cNvSpPr>
          <p:nvPr/>
        </p:nvSpPr>
        <p:spPr>
          <a:xfrm xmlns:a="http://schemas.openxmlformats.org/drawingml/2006/main">
            <a:off x="4791075" y="3238500"/>
            <a:ext cx="18097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2" name="">
            <a:extLst xmlns:a="http://schemas.openxmlformats.org/drawingml/2006/main">
              <a:ext uri="{FF2B5EF4-FFF2-40B4-BE49-F238E27FC236}">
                <a16:creationId xmlns:a16="http://schemas.microsoft.com/office/drawing/2014/main" id="{FD56FB51-AE6D-4492-9DF2-806055F10C3D}"/>
              </a:ext>
            </a:extLst>
          </p:cNvPr>
          <p:cNvSpPr>
            <a:spLocks xmlns:a="http://schemas.openxmlformats.org/drawingml/2006/main" noGrp="1"/>
          </p:cNvSpPr>
          <p:nvPr/>
        </p:nvSpPr>
        <p:spPr>
          <a:xfrm xmlns:a="http://schemas.openxmlformats.org/drawingml/2006/main">
            <a:off x="4972050" y="3171825"/>
            <a:ext cx="133350" cy="171450"/>
          </a:xfrm>
          <a:prstGeom xmlns:a="http://schemas.openxmlformats.org/drawingml/2006/main" prst="chevron">
            <a:avLst/>
          </a:prstGeom>
          <a:solidFill xmlns:a="http://schemas.openxmlformats.org/drawingml/2006/main">
            <a:srgbClr val="2E74B5"/>
          </a:solidFill>
          <a:ln xmlns:a="http://schemas.openxmlformats.org/drawingml/2006/main" w="0">
            <a:solidFill>
              <a:srgbClr val="2E74B5"/>
            </a:solidFill>
            <a:prstDash val="solid"/>
          </a:ln>
        </p:spPr>
      </p:sp>
      <p:sp>
        <p:nvSpPr>
          <p:cNvPr id="13" name="">
            <a:extLst xmlns:a="http://schemas.openxmlformats.org/drawingml/2006/main">
              <a:ext uri="{FF2B5EF4-FFF2-40B4-BE49-F238E27FC236}">
                <a16:creationId xmlns:a16="http://schemas.microsoft.com/office/drawing/2014/main" id="{30A098DC-70C5-4D42-927A-6FF1801F7C39}"/>
              </a:ext>
            </a:extLst>
          </p:cNvPr>
          <p:cNvSpPr>
            <a:spLocks xmlns:a="http://schemas.openxmlformats.org/drawingml/2006/main" noGrp="1"/>
          </p:cNvSpPr>
          <p:nvPr/>
        </p:nvSpPr>
        <p:spPr>
          <a:xfrm xmlns:a="http://schemas.openxmlformats.org/drawingml/2006/main">
            <a:off x="5105400" y="2476500"/>
            <a:ext cx="1981200" cy="1571625"/>
          </a:xfrm>
          <a:prstGeom xmlns:a="http://schemas.openxmlformats.org/drawingml/2006/main" prst="roundRect">
            <a:avLst>
              <a:gd name="adj" fmla="val 7273"/>
            </a:avLst>
          </a:prstGeom>
          <a:solidFill xmlns:a="http://schemas.openxmlformats.org/drawingml/2006/main">
            <a:srgbClr val="F2F2F2"/>
          </a:solidFill>
          <a:ln xmlns:a="http://schemas.openxmlformats.org/drawingml/2006/main" w="9525">
            <a:solidFill>
              <a:srgbClr val="CBD5E1"/>
            </a:solidFill>
            <a:prstDash val="solid"/>
          </a:ln>
        </p:spPr>
      </p:sp>
      <p:sp>
        <p:nvSpPr>
          <p:cNvPr id="14" name="">
            <a:extLst xmlns:a="http://schemas.openxmlformats.org/drawingml/2006/main">
              <a:ext uri="{FF2B5EF4-FFF2-40B4-BE49-F238E27FC236}">
                <a16:creationId xmlns:a16="http://schemas.microsoft.com/office/drawing/2014/main" id="{7394B5F4-08BB-4293-8B4B-B1BCE41DBDE1}"/>
              </a:ext>
            </a:extLst>
          </p:cNvPr>
          <p:cNvSpPr>
            <a:spLocks xmlns:a="http://schemas.openxmlformats.org/drawingml/2006/main" noGrp="1"/>
          </p:cNvSpPr>
          <p:nvPr/>
        </p:nvSpPr>
        <p:spPr>
          <a:xfrm xmlns:a="http://schemas.openxmlformats.org/drawingml/2006/main">
            <a:off x="5276850" y="2647950"/>
            <a:ext cx="36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2E74B5"/>
                </a:solidFill>
                <a:latin typeface="Aptos"/>
                <a:ea typeface="Aptos"/>
                <a:cs typeface="Aptos"/>
              </a:defRPr>
            </a:pPr>
            <a:r>
              <a:rPr sz="1200" b="1">
                <a:solidFill>
                  <a:srgbClr val="2E74B5"/>
                </a:solidFill>
                <a:latin typeface="Aptos"/>
                <a:ea typeface="Aptos"/>
                <a:cs typeface="Aptos"/>
              </a:rPr>
              <a:t>3</a:t>
            </a:r>
          </a:p>
        </p:txBody>
      </p:sp>
      <p:sp>
        <p:nvSpPr>
          <p:cNvPr id="15" name="">
            <a:extLst xmlns:a="http://schemas.openxmlformats.org/drawingml/2006/main">
              <a:ext uri="{FF2B5EF4-FFF2-40B4-BE49-F238E27FC236}">
                <a16:creationId xmlns:a16="http://schemas.microsoft.com/office/drawing/2014/main" id="{94446A8A-B7E2-4DA6-90C4-0E83AEC49172}"/>
              </a:ext>
            </a:extLst>
          </p:cNvPr>
          <p:cNvSpPr>
            <a:spLocks xmlns:a="http://schemas.openxmlformats.org/drawingml/2006/main" noGrp="1"/>
          </p:cNvSpPr>
          <p:nvPr/>
        </p:nvSpPr>
        <p:spPr>
          <a:xfrm xmlns:a="http://schemas.openxmlformats.org/drawingml/2006/main">
            <a:off x="5295900" y="3124200"/>
            <a:ext cx="1600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75" b="1">
                <a:solidFill>
                  <a:srgbClr val="111827"/>
                </a:solidFill>
                <a:latin typeface="Aptos"/>
                <a:ea typeface="Aptos"/>
                <a:cs typeface="Aptos"/>
              </a:defRPr>
            </a:pPr>
            <a:r>
              <a:rPr sz="1575" b="1">
                <a:solidFill>
                  <a:srgbClr val="111827"/>
                </a:solidFill>
                <a:latin typeface="Aptos"/>
                <a:ea typeface="Aptos"/>
                <a:cs typeface="Aptos"/>
              </a:rPr>
              <a:t>Finding</a:t>
            </a:r>
          </a:p>
        </p:txBody>
      </p:sp>
      <p:sp>
        <p:nvSpPr>
          <p:cNvPr id="16" name="">
            <a:extLst xmlns:a="http://schemas.openxmlformats.org/drawingml/2006/main">
              <a:ext uri="{FF2B5EF4-FFF2-40B4-BE49-F238E27FC236}">
                <a16:creationId xmlns:a16="http://schemas.microsoft.com/office/drawing/2014/main" id="{D724659E-E056-40A2-8730-9E580730C9B4}"/>
              </a:ext>
            </a:extLst>
          </p:cNvPr>
          <p:cNvSpPr>
            <a:spLocks xmlns:a="http://schemas.openxmlformats.org/drawingml/2006/main" noGrp="1"/>
          </p:cNvSpPr>
          <p:nvPr/>
        </p:nvSpPr>
        <p:spPr>
          <a:xfrm xmlns:a="http://schemas.openxmlformats.org/drawingml/2006/main">
            <a:off x="7143750" y="3238500"/>
            <a:ext cx="18097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7" name="">
            <a:extLst xmlns:a="http://schemas.openxmlformats.org/drawingml/2006/main">
              <a:ext uri="{FF2B5EF4-FFF2-40B4-BE49-F238E27FC236}">
                <a16:creationId xmlns:a16="http://schemas.microsoft.com/office/drawing/2014/main" id="{723A3CE9-1710-4201-9F4A-E727ECB662B9}"/>
              </a:ext>
            </a:extLst>
          </p:cNvPr>
          <p:cNvSpPr>
            <a:spLocks xmlns:a="http://schemas.openxmlformats.org/drawingml/2006/main" noGrp="1"/>
          </p:cNvSpPr>
          <p:nvPr/>
        </p:nvSpPr>
        <p:spPr>
          <a:xfrm xmlns:a="http://schemas.openxmlformats.org/drawingml/2006/main">
            <a:off x="7324725" y="3171825"/>
            <a:ext cx="133350" cy="171450"/>
          </a:xfrm>
          <a:prstGeom xmlns:a="http://schemas.openxmlformats.org/drawingml/2006/main" prst="chevron">
            <a:avLst/>
          </a:prstGeom>
          <a:solidFill xmlns:a="http://schemas.openxmlformats.org/drawingml/2006/main">
            <a:srgbClr val="2E74B5"/>
          </a:solidFill>
          <a:ln xmlns:a="http://schemas.openxmlformats.org/drawingml/2006/main" w="0">
            <a:solidFill>
              <a:srgbClr val="2E74B5"/>
            </a:solidFill>
            <a:prstDash val="solid"/>
          </a:ln>
        </p:spPr>
      </p:sp>
      <p:sp>
        <p:nvSpPr>
          <p:cNvPr id="18" name="">
            <a:extLst xmlns:a="http://schemas.openxmlformats.org/drawingml/2006/main">
              <a:ext uri="{FF2B5EF4-FFF2-40B4-BE49-F238E27FC236}">
                <a16:creationId xmlns:a16="http://schemas.microsoft.com/office/drawing/2014/main" id="{CEFC1056-AFA9-4678-8524-E5AB93949B8D}"/>
              </a:ext>
            </a:extLst>
          </p:cNvPr>
          <p:cNvSpPr>
            <a:spLocks xmlns:a="http://schemas.openxmlformats.org/drawingml/2006/main" noGrp="1"/>
          </p:cNvSpPr>
          <p:nvPr/>
        </p:nvSpPr>
        <p:spPr>
          <a:xfrm xmlns:a="http://schemas.openxmlformats.org/drawingml/2006/main">
            <a:off x="7458075" y="2476500"/>
            <a:ext cx="1981200" cy="1571625"/>
          </a:xfrm>
          <a:prstGeom xmlns:a="http://schemas.openxmlformats.org/drawingml/2006/main" prst="roundRect">
            <a:avLst>
              <a:gd name="adj" fmla="val 7273"/>
            </a:avLst>
          </a:prstGeom>
          <a:solidFill xmlns:a="http://schemas.openxmlformats.org/drawingml/2006/main">
            <a:srgbClr val="F2F2F2"/>
          </a:solidFill>
          <a:ln xmlns:a="http://schemas.openxmlformats.org/drawingml/2006/main" w="9525">
            <a:solidFill>
              <a:srgbClr val="CBD5E1"/>
            </a:solidFill>
            <a:prstDash val="solid"/>
          </a:ln>
        </p:spPr>
      </p:sp>
      <p:sp>
        <p:nvSpPr>
          <p:cNvPr id="19" name="">
            <a:extLst xmlns:a="http://schemas.openxmlformats.org/drawingml/2006/main">
              <a:ext uri="{FF2B5EF4-FFF2-40B4-BE49-F238E27FC236}">
                <a16:creationId xmlns:a16="http://schemas.microsoft.com/office/drawing/2014/main" id="{6D0219E1-6333-469F-9C2B-3C8654BD6A5F}"/>
              </a:ext>
            </a:extLst>
          </p:cNvPr>
          <p:cNvSpPr>
            <a:spLocks xmlns:a="http://schemas.openxmlformats.org/drawingml/2006/main" noGrp="1"/>
          </p:cNvSpPr>
          <p:nvPr/>
        </p:nvSpPr>
        <p:spPr>
          <a:xfrm xmlns:a="http://schemas.openxmlformats.org/drawingml/2006/main">
            <a:off x="7629525" y="2647950"/>
            <a:ext cx="36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2E74B5"/>
                </a:solidFill>
                <a:latin typeface="Aptos"/>
                <a:ea typeface="Aptos"/>
                <a:cs typeface="Aptos"/>
              </a:defRPr>
            </a:pPr>
            <a:r>
              <a:rPr sz="1200" b="1">
                <a:solidFill>
                  <a:srgbClr val="2E74B5"/>
                </a:solidFill>
                <a:latin typeface="Aptos"/>
                <a:ea typeface="Aptos"/>
                <a:cs typeface="Aptos"/>
              </a:rPr>
              <a:t>4</a:t>
            </a:r>
          </a:p>
        </p:txBody>
      </p:sp>
      <p:sp>
        <p:nvSpPr>
          <p:cNvPr id="20" name="">
            <a:extLst xmlns:a="http://schemas.openxmlformats.org/drawingml/2006/main">
              <a:ext uri="{FF2B5EF4-FFF2-40B4-BE49-F238E27FC236}">
                <a16:creationId xmlns:a16="http://schemas.microsoft.com/office/drawing/2014/main" id="{C198CAF3-4189-4A49-8954-B9682FAF639C}"/>
              </a:ext>
            </a:extLst>
          </p:cNvPr>
          <p:cNvSpPr>
            <a:spLocks xmlns:a="http://schemas.openxmlformats.org/drawingml/2006/main" noGrp="1"/>
          </p:cNvSpPr>
          <p:nvPr/>
        </p:nvSpPr>
        <p:spPr>
          <a:xfrm xmlns:a="http://schemas.openxmlformats.org/drawingml/2006/main">
            <a:off x="7648575" y="3124200"/>
            <a:ext cx="1600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200" b="1">
                <a:solidFill>
                  <a:srgbClr val="111827"/>
                </a:solidFill>
                <a:latin typeface="Aptos"/>
                <a:ea typeface="Aptos"/>
                <a:cs typeface="Aptos"/>
              </a:defRPr>
            </a:pPr>
            <a:r>
              <a:rPr sz="1200" b="1">
                <a:solidFill>
                  <a:srgbClr val="111827"/>
                </a:solidFill>
                <a:latin typeface="Aptos"/>
                <a:ea typeface="Aptos"/>
                <a:cs typeface="Aptos"/>
              </a:rPr>
              <a:t>Recommendation</a:t>
            </a:r>
          </a:p>
        </p:txBody>
      </p:sp>
      <p:sp>
        <p:nvSpPr>
          <p:cNvPr id="21" name="">
            <a:extLst xmlns:a="http://schemas.openxmlformats.org/drawingml/2006/main">
              <a:ext uri="{FF2B5EF4-FFF2-40B4-BE49-F238E27FC236}">
                <a16:creationId xmlns:a16="http://schemas.microsoft.com/office/drawing/2014/main" id="{9D8BE8F7-536F-43C8-9C0F-04793F71FC58}"/>
              </a:ext>
            </a:extLst>
          </p:cNvPr>
          <p:cNvSpPr>
            <a:spLocks xmlns:a="http://schemas.openxmlformats.org/drawingml/2006/main" noGrp="1"/>
          </p:cNvSpPr>
          <p:nvPr/>
        </p:nvSpPr>
        <p:spPr>
          <a:xfrm xmlns:a="http://schemas.openxmlformats.org/drawingml/2006/main">
            <a:off x="9496425" y="3238500"/>
            <a:ext cx="18097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22" name="">
            <a:extLst xmlns:a="http://schemas.openxmlformats.org/drawingml/2006/main">
              <a:ext uri="{FF2B5EF4-FFF2-40B4-BE49-F238E27FC236}">
                <a16:creationId xmlns:a16="http://schemas.microsoft.com/office/drawing/2014/main" id="{8E6F2A4B-70AA-4B4F-B535-24FFD9E19CDA}"/>
              </a:ext>
            </a:extLst>
          </p:cNvPr>
          <p:cNvSpPr>
            <a:spLocks xmlns:a="http://schemas.openxmlformats.org/drawingml/2006/main" noGrp="1"/>
          </p:cNvSpPr>
          <p:nvPr/>
        </p:nvSpPr>
        <p:spPr>
          <a:xfrm xmlns:a="http://schemas.openxmlformats.org/drawingml/2006/main">
            <a:off x="9677400" y="3171825"/>
            <a:ext cx="133350" cy="171450"/>
          </a:xfrm>
          <a:prstGeom xmlns:a="http://schemas.openxmlformats.org/drawingml/2006/main" prst="chevron">
            <a:avLst/>
          </a:prstGeom>
          <a:solidFill xmlns:a="http://schemas.openxmlformats.org/drawingml/2006/main">
            <a:srgbClr val="2E74B5"/>
          </a:solidFill>
          <a:ln xmlns:a="http://schemas.openxmlformats.org/drawingml/2006/main" w="0">
            <a:solidFill>
              <a:srgbClr val="2E74B5"/>
            </a:solidFill>
            <a:prstDash val="solid"/>
          </a:ln>
        </p:spPr>
      </p:sp>
      <p:sp>
        <p:nvSpPr>
          <p:cNvPr id="23" name="">
            <a:extLst xmlns:a="http://schemas.openxmlformats.org/drawingml/2006/main">
              <a:ext uri="{FF2B5EF4-FFF2-40B4-BE49-F238E27FC236}">
                <a16:creationId xmlns:a16="http://schemas.microsoft.com/office/drawing/2014/main" id="{55FA170E-C46A-407B-AE92-901BA0A6444D}"/>
              </a:ext>
            </a:extLst>
          </p:cNvPr>
          <p:cNvSpPr>
            <a:spLocks xmlns:a="http://schemas.openxmlformats.org/drawingml/2006/main" noGrp="1"/>
          </p:cNvSpPr>
          <p:nvPr/>
        </p:nvSpPr>
        <p:spPr>
          <a:xfrm xmlns:a="http://schemas.openxmlformats.org/drawingml/2006/main">
            <a:off x="9810750" y="2476500"/>
            <a:ext cx="1981200" cy="1571625"/>
          </a:xfrm>
          <a:prstGeom xmlns:a="http://schemas.openxmlformats.org/drawingml/2006/main" prst="roundRect">
            <a:avLst>
              <a:gd name="adj" fmla="val 7273"/>
            </a:avLst>
          </a:prstGeom>
          <a:solidFill xmlns:a="http://schemas.openxmlformats.org/drawingml/2006/main">
            <a:srgbClr val="FFF4D6"/>
          </a:solidFill>
          <a:ln xmlns:a="http://schemas.openxmlformats.org/drawingml/2006/main" w="9525">
            <a:solidFill>
              <a:srgbClr val="CBD5E1"/>
            </a:solidFill>
            <a:prstDash val="solid"/>
          </a:ln>
        </p:spPr>
      </p:sp>
      <p:sp>
        <p:nvSpPr>
          <p:cNvPr id="24" name="">
            <a:extLst xmlns:a="http://schemas.openxmlformats.org/drawingml/2006/main">
              <a:ext uri="{FF2B5EF4-FFF2-40B4-BE49-F238E27FC236}">
                <a16:creationId xmlns:a16="http://schemas.microsoft.com/office/drawing/2014/main" id="{B1FB7F16-4D37-4321-82CA-8824B8EB1DDD}"/>
              </a:ext>
            </a:extLst>
          </p:cNvPr>
          <p:cNvSpPr>
            <a:spLocks xmlns:a="http://schemas.openxmlformats.org/drawingml/2006/main" noGrp="1"/>
          </p:cNvSpPr>
          <p:nvPr/>
        </p:nvSpPr>
        <p:spPr>
          <a:xfrm xmlns:a="http://schemas.openxmlformats.org/drawingml/2006/main">
            <a:off x="9982200" y="2647950"/>
            <a:ext cx="36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2E74B5"/>
                </a:solidFill>
                <a:latin typeface="Aptos"/>
                <a:ea typeface="Aptos"/>
                <a:cs typeface="Aptos"/>
              </a:defRPr>
            </a:pPr>
            <a:r>
              <a:rPr sz="1200" b="1">
                <a:solidFill>
                  <a:srgbClr val="2E74B5"/>
                </a:solidFill>
                <a:latin typeface="Aptos"/>
                <a:ea typeface="Aptos"/>
                <a:cs typeface="Aptos"/>
              </a:rPr>
              <a:t>5</a:t>
            </a:r>
          </a:p>
        </p:txBody>
      </p:sp>
      <p:sp>
        <p:nvSpPr>
          <p:cNvPr id="25" name="">
            <a:extLst xmlns:a="http://schemas.openxmlformats.org/drawingml/2006/main">
              <a:ext uri="{FF2B5EF4-FFF2-40B4-BE49-F238E27FC236}">
                <a16:creationId xmlns:a16="http://schemas.microsoft.com/office/drawing/2014/main" id="{0F0DB489-2A07-490A-9A5B-62532B1BB0AD}"/>
              </a:ext>
            </a:extLst>
          </p:cNvPr>
          <p:cNvSpPr>
            <a:spLocks xmlns:a="http://schemas.openxmlformats.org/drawingml/2006/main" noGrp="1"/>
          </p:cNvSpPr>
          <p:nvPr/>
        </p:nvSpPr>
        <p:spPr>
          <a:xfrm xmlns:a="http://schemas.openxmlformats.org/drawingml/2006/main">
            <a:off x="10001250" y="3124200"/>
            <a:ext cx="1600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425" b="1">
                <a:solidFill>
                  <a:srgbClr val="111827"/>
                </a:solidFill>
                <a:latin typeface="Aptos"/>
                <a:ea typeface="Aptos"/>
                <a:cs typeface="Aptos"/>
              </a:defRPr>
            </a:pPr>
            <a:r>
              <a:rPr sz="1425" b="1">
                <a:solidFill>
                  <a:srgbClr val="111827"/>
                </a:solidFill>
                <a:latin typeface="Aptos"/>
                <a:ea typeface="Aptos"/>
                <a:cs typeface="Aptos"/>
              </a:rPr>
              <a:t>Decision request</a:t>
            </a:r>
          </a:p>
        </p:txBody>
      </p:sp>
      <p:sp>
        <p:nvSpPr>
          <p:cNvPr id="26" name="">
            <a:extLst xmlns:a="http://schemas.openxmlformats.org/drawingml/2006/main">
              <a:ext uri="{FF2B5EF4-FFF2-40B4-BE49-F238E27FC236}">
                <a16:creationId xmlns:a16="http://schemas.microsoft.com/office/drawing/2014/main" id="{9022A1A0-6FD6-4CBB-A667-CEB99E60EAE3}"/>
              </a:ext>
            </a:extLst>
          </p:cNvPr>
          <p:cNvSpPr>
            <a:spLocks xmlns:a="http://schemas.openxmlformats.org/drawingml/2006/main" noGrp="1"/>
          </p:cNvSpPr>
          <p:nvPr/>
        </p:nvSpPr>
        <p:spPr>
          <a:xfrm xmlns:a="http://schemas.openxmlformats.org/drawingml/2006/main">
            <a:off x="952500" y="4629150"/>
            <a:ext cx="10287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75" b="1">
                <a:solidFill>
                  <a:srgbClr val="1F4D78"/>
                </a:solidFill>
                <a:latin typeface="Aptos"/>
                <a:ea typeface="Aptos"/>
                <a:cs typeface="Aptos"/>
              </a:defRPr>
            </a:pPr>
            <a:r>
              <a:rPr sz="1575" b="1">
                <a:solidFill>
                  <a:srgbClr val="1F4D78"/>
                </a:solidFill>
                <a:latin typeface="Aptos"/>
                <a:ea typeface="Aptos"/>
                <a:cs typeface="Aptos"/>
              </a:rPr>
              <a:t>At every handoff: preserve identity, provenance, coverage, confidence, and consumer intent.</a:t>
            </a:r>
          </a:p>
        </p:txBody>
      </p:sp>
      <p:sp>
        <p:nvSpPr>
          <p:cNvPr id="27" name="">
            <a:extLst xmlns:a="http://schemas.openxmlformats.org/drawingml/2006/main">
              <a:ext uri="{FF2B5EF4-FFF2-40B4-BE49-F238E27FC236}">
                <a16:creationId xmlns:a16="http://schemas.microsoft.com/office/drawing/2014/main" id="{99B40744-8DB1-4B92-AC50-16B94BF160FD}"/>
              </a:ext>
            </a:extLst>
          </p:cNvPr>
          <p:cNvSpPr>
            <a:spLocks xmlns:a="http://schemas.openxmlformats.org/drawingml/2006/main" noGrp="1"/>
          </p:cNvSpPr>
          <p:nvPr/>
        </p:nvSpPr>
        <p:spPr>
          <a:xfrm xmlns:a="http://schemas.openxmlformats.org/drawingml/2006/main">
            <a:off x="400050" y="6400800"/>
            <a:ext cx="113919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8" name="">
            <a:extLst xmlns:a="http://schemas.openxmlformats.org/drawingml/2006/main">
              <a:ext uri="{FF2B5EF4-FFF2-40B4-BE49-F238E27FC236}">
                <a16:creationId xmlns:a16="http://schemas.microsoft.com/office/drawing/2014/main" id="{8060EABC-30AE-4DAF-B447-80E905196CBB}"/>
              </a:ext>
            </a:extLst>
          </p:cNvPr>
          <p:cNvSpPr>
            <a:spLocks xmlns:a="http://schemas.openxmlformats.org/drawingml/2006/main" noGrp="1"/>
          </p:cNvSpPr>
          <p:nvPr/>
        </p:nvSpPr>
        <p:spPr>
          <a:xfrm xmlns:a="http://schemas.openxmlformats.org/drawingml/2006/main">
            <a:off x="40005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52606D"/>
                </a:solidFill>
                <a:latin typeface="Aptos"/>
                <a:ea typeface="Aptos"/>
                <a:cs typeface="Aptos"/>
              </a:defRPr>
            </a:pPr>
            <a:r>
              <a:rPr sz="900" b="1">
                <a:solidFill>
                  <a:srgbClr val="52606D"/>
                </a:solidFill>
                <a:latin typeface="Aptos"/>
                <a:ea typeface="Aptos"/>
                <a:cs typeface="Aptos"/>
              </a:rPr>
              <a:t>SESSION 02  •  CODE REVIEW HARNESS</a:t>
            </a:r>
          </a:p>
        </p:txBody>
      </p:sp>
      <p:sp>
        <p:nvSpPr>
          <p:cNvPr id="29" name="">
            <a:extLst xmlns:a="http://schemas.openxmlformats.org/drawingml/2006/main">
              <a:ext uri="{FF2B5EF4-FFF2-40B4-BE49-F238E27FC236}">
                <a16:creationId xmlns:a16="http://schemas.microsoft.com/office/drawing/2014/main" id="{E2CA7E32-B480-46AD-9B58-12935A97F1CF}"/>
              </a:ext>
            </a:extLst>
          </p:cNvPr>
          <p:cNvSpPr>
            <a:spLocks xmlns:a="http://schemas.openxmlformats.org/drawingml/2006/main" noGrp="1"/>
          </p:cNvSpPr>
          <p:nvPr/>
        </p:nvSpPr>
        <p:spPr>
          <a:xfrm xmlns:a="http://schemas.openxmlformats.org/drawingml/2006/main">
            <a:off x="11096625" y="649605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2606D"/>
                </a:solidFill>
                <a:latin typeface="Aptos"/>
                <a:ea typeface="Aptos"/>
                <a:cs typeface="Aptos"/>
              </a:defRPr>
            </a:pPr>
            <a:r>
              <a:rPr sz="900" b="1">
                <a:solidFill>
                  <a:srgbClr val="52606D"/>
                </a:solidFill>
                <a:latin typeface="Aptos"/>
                <a:ea typeface="Aptos"/>
                <a:cs typeface="Aptos"/>
              </a:rPr>
              <a:t>04</a:t>
            </a:r>
          </a:p>
        </p:txBody>
      </p:sp>
    </p:spTree>
    <p:extLst>
      <p:ext uri="{BB962C8B-B14F-4D97-AF65-F5344CB8AC3E}">
        <p14:creationId xmlns:p14="http://schemas.microsoft.com/office/powerpoint/2010/main" val="139169244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EEDFE122-2281-4EAC-94EF-B57E0253CA1E}"/>
              </a:ext>
            </a:extLst>
          </p:cNvPr>
          <p:cNvSpPr>
            <a:spLocks xmlns:a="http://schemas.openxmlformats.org/drawingml/2006/main" noGrp="1"/>
          </p:cNvSpPr>
          <p:nvPr/>
        </p:nvSpPr>
        <p:spPr>
          <a:xfrm xmlns:a="http://schemas.openxmlformats.org/drawingml/2006/main">
            <a:off x="400050" y="3333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E74B5"/>
                </a:solidFill>
                <a:latin typeface="Aptos"/>
                <a:ea typeface="Aptos"/>
                <a:cs typeface="Aptos"/>
              </a:defRPr>
            </a:pPr>
            <a:r>
              <a:rPr sz="975" b="1">
                <a:solidFill>
                  <a:srgbClr val="2E74B5"/>
                </a:solidFill>
                <a:latin typeface="Aptos"/>
                <a:ea typeface="Aptos"/>
                <a:cs typeface="Aptos"/>
              </a:rPr>
              <a:t>INSTRUCTOR DEMONSTRATION</a:t>
            </a:r>
          </a:p>
        </p:txBody>
      </p:sp>
      <p:sp>
        <p:nvSpPr>
          <p:cNvPr id="2" name="">
            <a:extLst xmlns:a="http://schemas.openxmlformats.org/drawingml/2006/main">
              <a:ext uri="{FF2B5EF4-FFF2-40B4-BE49-F238E27FC236}">
                <a16:creationId xmlns:a16="http://schemas.microsoft.com/office/drawing/2014/main" id="{77891EDE-3555-473C-AD58-8CCD647CAF08}"/>
              </a:ext>
            </a:extLst>
          </p:cNvPr>
          <p:cNvSpPr>
            <a:spLocks xmlns:a="http://schemas.openxmlformats.org/drawingml/2006/main" noGrp="1"/>
          </p:cNvSpPr>
          <p:nvPr/>
        </p:nvSpPr>
        <p:spPr>
          <a:xfrm xmlns:a="http://schemas.openxmlformats.org/drawingml/2006/main">
            <a:off x="400050" y="742950"/>
            <a:ext cx="11382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827"/>
                </a:solidFill>
                <a:latin typeface="Aptos"/>
                <a:ea typeface="Aptos"/>
                <a:cs typeface="Aptos"/>
              </a:defRPr>
            </a:pPr>
            <a:r>
              <a:rPr sz="2850" b="1">
                <a:solidFill>
                  <a:srgbClr val="111827"/>
                </a:solidFill>
                <a:latin typeface="Aptos"/>
                <a:ea typeface="Aptos"/>
                <a:cs typeface="Aptos"/>
              </a:rPr>
              <a:t>See the control in action</a:t>
            </a:r>
          </a:p>
        </p:txBody>
      </p:sp>
      <p:sp>
        <p:nvSpPr>
          <p:cNvPr id="3" name="">
            <a:extLst xmlns:a="http://schemas.openxmlformats.org/drawingml/2006/main">
              <a:ext uri="{FF2B5EF4-FFF2-40B4-BE49-F238E27FC236}">
                <a16:creationId xmlns:a16="http://schemas.microsoft.com/office/drawing/2014/main" id="{3A5A8E07-924B-43F5-83FC-32A08FCAFAD8}"/>
              </a:ext>
            </a:extLst>
          </p:cNvPr>
          <p:cNvSpPr>
            <a:spLocks xmlns:a="http://schemas.openxmlformats.org/drawingml/2006/main" noGrp="1"/>
          </p:cNvSpPr>
          <p:nvPr/>
        </p:nvSpPr>
        <p:spPr>
          <a:xfrm xmlns:a="http://schemas.openxmlformats.org/drawingml/2006/main">
            <a:off x="400050" y="1809750"/>
            <a:ext cx="11391900" cy="1714500"/>
          </a:xfrm>
          <a:prstGeom xmlns:a="http://schemas.openxmlformats.org/drawingml/2006/main" prst="roundRect">
            <a:avLst>
              <a:gd name="adj" fmla="val 8889"/>
            </a:avLst>
          </a:prstGeom>
          <a:solidFill xmlns:a="http://schemas.openxmlformats.org/drawingml/2006/main">
            <a:srgbClr val="EAF5FB"/>
          </a:solidFill>
          <a:ln xmlns:a="http://schemas.openxmlformats.org/drawingml/2006/main" w="9525">
            <a:solidFill>
              <a:srgbClr val="CBD5E1"/>
            </a:solidFill>
            <a:prstDash val="solid"/>
          </a:ln>
        </p:spPr>
      </p:sp>
      <p:sp>
        <p:nvSpPr>
          <p:cNvPr id="4" name="">
            <a:extLst xmlns:a="http://schemas.openxmlformats.org/drawingml/2006/main">
              <a:ext uri="{FF2B5EF4-FFF2-40B4-BE49-F238E27FC236}">
                <a16:creationId xmlns:a16="http://schemas.microsoft.com/office/drawing/2014/main" id="{660B9BDC-871A-4BF7-95AE-57CAB1C2E32C}"/>
              </a:ext>
            </a:extLst>
          </p:cNvPr>
          <p:cNvSpPr>
            <a:spLocks xmlns:a="http://schemas.openxmlformats.org/drawingml/2006/main" noGrp="1"/>
          </p:cNvSpPr>
          <p:nvPr/>
        </p:nvSpPr>
        <p:spPr>
          <a:xfrm xmlns:a="http://schemas.openxmlformats.org/drawingml/2006/main">
            <a:off x="723900" y="209550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2E74B5"/>
                </a:solidFill>
                <a:latin typeface="Aptos"/>
                <a:ea typeface="Aptos"/>
                <a:cs typeface="Aptos"/>
              </a:defRPr>
            </a:pPr>
            <a:r>
              <a:rPr sz="1050" b="1">
                <a:solidFill>
                  <a:srgbClr val="2E74B5"/>
                </a:solidFill>
                <a:latin typeface="Aptos"/>
                <a:ea typeface="Aptos"/>
                <a:cs typeface="Aptos"/>
              </a:rPr>
              <a:t>LIVE WALKTHROUGH</a:t>
            </a:r>
          </a:p>
        </p:txBody>
      </p:sp>
      <p:sp>
        <p:nvSpPr>
          <p:cNvPr id="5" name="">
            <a:extLst xmlns:a="http://schemas.openxmlformats.org/drawingml/2006/main">
              <a:ext uri="{FF2B5EF4-FFF2-40B4-BE49-F238E27FC236}">
                <a16:creationId xmlns:a16="http://schemas.microsoft.com/office/drawing/2014/main" id="{6B929FEC-DFFD-4DF2-B394-29813D741AAD}"/>
              </a:ext>
            </a:extLst>
          </p:cNvPr>
          <p:cNvSpPr>
            <a:spLocks xmlns:a="http://schemas.openxmlformats.org/drawingml/2006/main" noGrp="1"/>
          </p:cNvSpPr>
          <p:nvPr/>
        </p:nvSpPr>
        <p:spPr>
          <a:xfrm xmlns:a="http://schemas.openxmlformats.org/drawingml/2006/main">
            <a:off x="723900" y="2524125"/>
            <a:ext cx="10572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025" b="1">
                <a:solidFill>
                  <a:srgbClr val="111827"/>
                </a:solidFill>
                <a:latin typeface="Aptos"/>
                <a:ea typeface="Aptos"/>
                <a:cs typeface="Aptos"/>
              </a:defRPr>
            </a:pPr>
            <a:r>
              <a:rPr sz="2025" b="1">
                <a:solidFill>
                  <a:srgbClr val="111827"/>
                </a:solidFill>
                <a:latin typeface="Aptos"/>
                <a:ea typeface="Aptos"/>
                <a:cs typeface="Aptos"/>
              </a:rPr>
              <a:t>Repair a flawed artifact while preserving its underlying evidence and provenance.</a:t>
            </a:r>
          </a:p>
        </p:txBody>
      </p:sp>
      <p:sp>
        <p:nvSpPr>
          <p:cNvPr id="6" name="">
            <a:extLst xmlns:a="http://schemas.openxmlformats.org/drawingml/2006/main">
              <a:ext uri="{FF2B5EF4-FFF2-40B4-BE49-F238E27FC236}">
                <a16:creationId xmlns:a16="http://schemas.microsoft.com/office/drawing/2014/main" id="{598E26E6-69F1-44D4-90FD-B5ABC2D668B7}"/>
              </a:ext>
            </a:extLst>
          </p:cNvPr>
          <p:cNvSpPr>
            <a:spLocks xmlns:a="http://schemas.openxmlformats.org/drawingml/2006/main" noGrp="1"/>
          </p:cNvSpPr>
          <p:nvPr/>
        </p:nvSpPr>
        <p:spPr>
          <a:xfrm xmlns:a="http://schemas.openxmlformats.org/drawingml/2006/main">
            <a:off x="400050" y="3905250"/>
            <a:ext cx="3562350" cy="1571625"/>
          </a:xfrm>
          <a:prstGeom xmlns:a="http://schemas.openxmlformats.org/drawingml/2006/main" prst="roundRect">
            <a:avLst>
              <a:gd name="adj" fmla="val 7273"/>
            </a:avLst>
          </a:prstGeom>
          <a:solidFill xmlns:a="http://schemas.openxmlformats.org/drawingml/2006/main">
            <a:srgbClr val="F2F2F2"/>
          </a:solidFill>
          <a:ln xmlns:a="http://schemas.openxmlformats.org/drawingml/2006/main" w="9525">
            <a:solidFill>
              <a:srgbClr val="CBD5E1"/>
            </a:solidFill>
            <a:prstDash val="solid"/>
          </a:ln>
        </p:spPr>
      </p:sp>
      <p:sp>
        <p:nvSpPr>
          <p:cNvPr id="7" name="">
            <a:extLst xmlns:a="http://schemas.openxmlformats.org/drawingml/2006/main">
              <a:ext uri="{FF2B5EF4-FFF2-40B4-BE49-F238E27FC236}">
                <a16:creationId xmlns:a16="http://schemas.microsoft.com/office/drawing/2014/main" id="{B5A5DF71-9380-4066-BAB3-1619CA5AA3CD}"/>
              </a:ext>
            </a:extLst>
          </p:cNvPr>
          <p:cNvSpPr>
            <a:spLocks xmlns:a="http://schemas.openxmlformats.org/drawingml/2006/main" noGrp="1"/>
          </p:cNvSpPr>
          <p:nvPr/>
        </p:nvSpPr>
        <p:spPr>
          <a:xfrm xmlns:a="http://schemas.openxmlformats.org/drawingml/2006/main">
            <a:off x="628650" y="4133850"/>
            <a:ext cx="428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2E74B5"/>
                </a:solidFill>
                <a:latin typeface="Aptos"/>
                <a:ea typeface="Aptos"/>
                <a:cs typeface="Aptos"/>
              </a:defRPr>
            </a:pPr>
            <a:r>
              <a:rPr sz="1500" b="1">
                <a:solidFill>
                  <a:srgbClr val="2E74B5"/>
                </a:solidFill>
                <a:latin typeface="Aptos"/>
                <a:ea typeface="Aptos"/>
                <a:cs typeface="Aptos"/>
              </a:rPr>
              <a:t>1</a:t>
            </a:r>
          </a:p>
        </p:txBody>
      </p:sp>
      <p:sp>
        <p:nvSpPr>
          <p:cNvPr id="8" name="">
            <a:extLst xmlns:a="http://schemas.openxmlformats.org/drawingml/2006/main">
              <a:ext uri="{FF2B5EF4-FFF2-40B4-BE49-F238E27FC236}">
                <a16:creationId xmlns:a16="http://schemas.microsoft.com/office/drawing/2014/main" id="{CEBC8920-1113-4F24-ACB4-EE36ACF14B84}"/>
              </a:ext>
            </a:extLst>
          </p:cNvPr>
          <p:cNvSpPr>
            <a:spLocks xmlns:a="http://schemas.openxmlformats.org/drawingml/2006/main" noGrp="1"/>
          </p:cNvSpPr>
          <p:nvPr/>
        </p:nvSpPr>
        <p:spPr>
          <a:xfrm xmlns:a="http://schemas.openxmlformats.org/drawingml/2006/main">
            <a:off x="628650" y="4629150"/>
            <a:ext cx="304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650" b="1">
                <a:solidFill>
                  <a:srgbClr val="111827"/>
                </a:solidFill>
                <a:latin typeface="Aptos"/>
                <a:ea typeface="Aptos"/>
                <a:cs typeface="Aptos"/>
              </a:defRPr>
            </a:pPr>
            <a:r>
              <a:rPr sz="1650" b="1">
                <a:solidFill>
                  <a:srgbClr val="111827"/>
                </a:solidFill>
                <a:latin typeface="Aptos"/>
                <a:ea typeface="Aptos"/>
                <a:cs typeface="Aptos"/>
              </a:rPr>
              <a:t>Find missing fields</a:t>
            </a:r>
          </a:p>
        </p:txBody>
      </p:sp>
      <p:sp>
        <p:nvSpPr>
          <p:cNvPr id="9" name="">
            <a:extLst xmlns:a="http://schemas.openxmlformats.org/drawingml/2006/main">
              <a:ext uri="{FF2B5EF4-FFF2-40B4-BE49-F238E27FC236}">
                <a16:creationId xmlns:a16="http://schemas.microsoft.com/office/drawing/2014/main" id="{E1BE6CB2-7662-4288-BCE7-32760EFEA3D7}"/>
              </a:ext>
            </a:extLst>
          </p:cNvPr>
          <p:cNvSpPr>
            <a:spLocks xmlns:a="http://schemas.openxmlformats.org/drawingml/2006/main" noGrp="1"/>
          </p:cNvSpPr>
          <p:nvPr/>
        </p:nvSpPr>
        <p:spPr>
          <a:xfrm xmlns:a="http://schemas.openxmlformats.org/drawingml/2006/main">
            <a:off x="4314825" y="3905250"/>
            <a:ext cx="3562350" cy="1571625"/>
          </a:xfrm>
          <a:prstGeom xmlns:a="http://schemas.openxmlformats.org/drawingml/2006/main" prst="roundRect">
            <a:avLst>
              <a:gd name="adj" fmla="val 7273"/>
            </a:avLst>
          </a:prstGeom>
          <a:solidFill xmlns:a="http://schemas.openxmlformats.org/drawingml/2006/main">
            <a:srgbClr val="EAF5EE"/>
          </a:solidFill>
          <a:ln xmlns:a="http://schemas.openxmlformats.org/drawingml/2006/main" w="9525">
            <a:solidFill>
              <a:srgbClr val="CBD5E1"/>
            </a:solidFill>
            <a:prstDash val="solid"/>
          </a:ln>
        </p:spPr>
      </p:sp>
      <p:sp>
        <p:nvSpPr>
          <p:cNvPr id="10" name="">
            <a:extLst xmlns:a="http://schemas.openxmlformats.org/drawingml/2006/main">
              <a:ext uri="{FF2B5EF4-FFF2-40B4-BE49-F238E27FC236}">
                <a16:creationId xmlns:a16="http://schemas.microsoft.com/office/drawing/2014/main" id="{B7654BB6-F4C0-43D0-B4B8-AF399EB94CE1}"/>
              </a:ext>
            </a:extLst>
          </p:cNvPr>
          <p:cNvSpPr>
            <a:spLocks xmlns:a="http://schemas.openxmlformats.org/drawingml/2006/main" noGrp="1"/>
          </p:cNvSpPr>
          <p:nvPr/>
        </p:nvSpPr>
        <p:spPr>
          <a:xfrm xmlns:a="http://schemas.openxmlformats.org/drawingml/2006/main">
            <a:off x="4543425" y="4133850"/>
            <a:ext cx="428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2E74B5"/>
                </a:solidFill>
                <a:latin typeface="Aptos"/>
                <a:ea typeface="Aptos"/>
                <a:cs typeface="Aptos"/>
              </a:defRPr>
            </a:pPr>
            <a:r>
              <a:rPr sz="1500" b="1">
                <a:solidFill>
                  <a:srgbClr val="2E74B5"/>
                </a:solidFill>
                <a:latin typeface="Aptos"/>
                <a:ea typeface="Aptos"/>
                <a:cs typeface="Aptos"/>
              </a:rPr>
              <a:t>2</a:t>
            </a:r>
          </a:p>
        </p:txBody>
      </p:sp>
      <p:sp>
        <p:nvSpPr>
          <p:cNvPr id="11" name="">
            <a:extLst xmlns:a="http://schemas.openxmlformats.org/drawingml/2006/main">
              <a:ext uri="{FF2B5EF4-FFF2-40B4-BE49-F238E27FC236}">
                <a16:creationId xmlns:a16="http://schemas.microsoft.com/office/drawing/2014/main" id="{09997A66-DF5D-4739-9271-63B8775EC02A}"/>
              </a:ext>
            </a:extLst>
          </p:cNvPr>
          <p:cNvSpPr>
            <a:spLocks xmlns:a="http://schemas.openxmlformats.org/drawingml/2006/main" noGrp="1"/>
          </p:cNvSpPr>
          <p:nvPr/>
        </p:nvSpPr>
        <p:spPr>
          <a:xfrm xmlns:a="http://schemas.openxmlformats.org/drawingml/2006/main">
            <a:off x="4543425" y="4629150"/>
            <a:ext cx="304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650" b="1">
                <a:solidFill>
                  <a:srgbClr val="111827"/>
                </a:solidFill>
                <a:latin typeface="Aptos"/>
                <a:ea typeface="Aptos"/>
                <a:cs typeface="Aptos"/>
              </a:defRPr>
            </a:pPr>
            <a:r>
              <a:rPr sz="1650" b="1">
                <a:solidFill>
                  <a:srgbClr val="111827"/>
                </a:solidFill>
                <a:latin typeface="Aptos"/>
                <a:ea typeface="Aptos"/>
                <a:cs typeface="Aptos"/>
              </a:rPr>
              <a:t>Check semantics</a:t>
            </a:r>
          </a:p>
        </p:txBody>
      </p:sp>
      <p:sp>
        <p:nvSpPr>
          <p:cNvPr id="12" name="">
            <a:extLst xmlns:a="http://schemas.openxmlformats.org/drawingml/2006/main">
              <a:ext uri="{FF2B5EF4-FFF2-40B4-BE49-F238E27FC236}">
                <a16:creationId xmlns:a16="http://schemas.microsoft.com/office/drawing/2014/main" id="{EBAD6AA1-BE26-43FF-A02B-438183BAC891}"/>
              </a:ext>
            </a:extLst>
          </p:cNvPr>
          <p:cNvSpPr>
            <a:spLocks xmlns:a="http://schemas.openxmlformats.org/drawingml/2006/main" noGrp="1"/>
          </p:cNvSpPr>
          <p:nvPr/>
        </p:nvSpPr>
        <p:spPr>
          <a:xfrm xmlns:a="http://schemas.openxmlformats.org/drawingml/2006/main">
            <a:off x="8229600" y="3905250"/>
            <a:ext cx="3562350" cy="1571625"/>
          </a:xfrm>
          <a:prstGeom xmlns:a="http://schemas.openxmlformats.org/drawingml/2006/main" prst="roundRect">
            <a:avLst>
              <a:gd name="adj" fmla="val 7273"/>
            </a:avLst>
          </a:prstGeom>
          <a:solidFill xmlns:a="http://schemas.openxmlformats.org/drawingml/2006/main">
            <a:srgbClr val="FFF4D6"/>
          </a:solidFill>
          <a:ln xmlns:a="http://schemas.openxmlformats.org/drawingml/2006/main" w="9525">
            <a:solidFill>
              <a:srgbClr val="CBD5E1"/>
            </a:solidFill>
            <a:prstDash val="solid"/>
          </a:ln>
        </p:spPr>
      </p:sp>
      <p:sp>
        <p:nvSpPr>
          <p:cNvPr id="13" name="">
            <a:extLst xmlns:a="http://schemas.openxmlformats.org/drawingml/2006/main">
              <a:ext uri="{FF2B5EF4-FFF2-40B4-BE49-F238E27FC236}">
                <a16:creationId xmlns:a16="http://schemas.microsoft.com/office/drawing/2014/main" id="{3020B06F-EC83-4877-9D87-E020BD50BE5F}"/>
              </a:ext>
            </a:extLst>
          </p:cNvPr>
          <p:cNvSpPr>
            <a:spLocks xmlns:a="http://schemas.openxmlformats.org/drawingml/2006/main" noGrp="1"/>
          </p:cNvSpPr>
          <p:nvPr/>
        </p:nvSpPr>
        <p:spPr>
          <a:xfrm xmlns:a="http://schemas.openxmlformats.org/drawingml/2006/main">
            <a:off x="8458200" y="4133850"/>
            <a:ext cx="428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2E74B5"/>
                </a:solidFill>
                <a:latin typeface="Aptos"/>
                <a:ea typeface="Aptos"/>
                <a:cs typeface="Aptos"/>
              </a:defRPr>
            </a:pPr>
            <a:r>
              <a:rPr sz="1500" b="1">
                <a:solidFill>
                  <a:srgbClr val="2E74B5"/>
                </a:solidFill>
                <a:latin typeface="Aptos"/>
                <a:ea typeface="Aptos"/>
                <a:cs typeface="Aptos"/>
              </a:rPr>
              <a:t>3</a:t>
            </a:r>
          </a:p>
        </p:txBody>
      </p:sp>
      <p:sp>
        <p:nvSpPr>
          <p:cNvPr id="14" name="">
            <a:extLst xmlns:a="http://schemas.openxmlformats.org/drawingml/2006/main">
              <a:ext uri="{FF2B5EF4-FFF2-40B4-BE49-F238E27FC236}">
                <a16:creationId xmlns:a16="http://schemas.microsoft.com/office/drawing/2014/main" id="{F33A95DF-9D31-4128-A830-54B9D2E301AB}"/>
              </a:ext>
            </a:extLst>
          </p:cNvPr>
          <p:cNvSpPr>
            <a:spLocks xmlns:a="http://schemas.openxmlformats.org/drawingml/2006/main" noGrp="1"/>
          </p:cNvSpPr>
          <p:nvPr/>
        </p:nvSpPr>
        <p:spPr>
          <a:xfrm xmlns:a="http://schemas.openxmlformats.org/drawingml/2006/main">
            <a:off x="8458200" y="4629150"/>
            <a:ext cx="304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650" b="1">
                <a:solidFill>
                  <a:srgbClr val="111827"/>
                </a:solidFill>
                <a:latin typeface="Aptos"/>
                <a:ea typeface="Aptos"/>
                <a:cs typeface="Aptos"/>
              </a:defRPr>
            </a:pPr>
            <a:r>
              <a:rPr sz="1650" b="1">
                <a:solidFill>
                  <a:srgbClr val="111827"/>
                </a:solidFill>
                <a:latin typeface="Aptos"/>
                <a:ea typeface="Aptos"/>
                <a:cs typeface="Aptos"/>
              </a:rPr>
              <a:t>Validate consumers</a:t>
            </a:r>
          </a:p>
        </p:txBody>
      </p:sp>
      <p:sp>
        <p:nvSpPr>
          <p:cNvPr id="15" name="">
            <a:extLst xmlns:a="http://schemas.openxmlformats.org/drawingml/2006/main">
              <a:ext uri="{FF2B5EF4-FFF2-40B4-BE49-F238E27FC236}">
                <a16:creationId xmlns:a16="http://schemas.microsoft.com/office/drawing/2014/main" id="{557A2181-9CA8-4BEF-AE33-2E0F2AB48928}"/>
              </a:ext>
            </a:extLst>
          </p:cNvPr>
          <p:cNvSpPr>
            <a:spLocks xmlns:a="http://schemas.openxmlformats.org/drawingml/2006/main" noGrp="1"/>
          </p:cNvSpPr>
          <p:nvPr/>
        </p:nvSpPr>
        <p:spPr>
          <a:xfrm xmlns:a="http://schemas.openxmlformats.org/drawingml/2006/main">
            <a:off x="400050" y="5867400"/>
            <a:ext cx="952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52606D"/>
                </a:solidFill>
                <a:latin typeface="Aptos"/>
                <a:ea typeface="Aptos"/>
                <a:cs typeface="Aptos"/>
              </a:defRPr>
            </a:pPr>
            <a:r>
              <a:rPr sz="1125" b="1">
                <a:solidFill>
                  <a:srgbClr val="52606D"/>
                </a:solidFill>
                <a:latin typeface="Aptos"/>
                <a:ea typeface="Aptos"/>
                <a:cs typeface="Aptos"/>
              </a:rPr>
              <a:t>Suggested timing: 2 min setup • 7 min walkthrough • 3 min questions</a:t>
            </a:r>
          </a:p>
        </p:txBody>
      </p:sp>
      <p:sp>
        <p:nvSpPr>
          <p:cNvPr id="16" name="">
            <a:extLst xmlns:a="http://schemas.openxmlformats.org/drawingml/2006/main">
              <a:ext uri="{FF2B5EF4-FFF2-40B4-BE49-F238E27FC236}">
                <a16:creationId xmlns:a16="http://schemas.microsoft.com/office/drawing/2014/main" id="{1DA39482-9FDF-4CBF-BDFB-D275E1B25817}"/>
              </a:ext>
            </a:extLst>
          </p:cNvPr>
          <p:cNvSpPr>
            <a:spLocks xmlns:a="http://schemas.openxmlformats.org/drawingml/2006/main" noGrp="1"/>
          </p:cNvSpPr>
          <p:nvPr/>
        </p:nvSpPr>
        <p:spPr>
          <a:xfrm xmlns:a="http://schemas.openxmlformats.org/drawingml/2006/main">
            <a:off x="400050" y="6400800"/>
            <a:ext cx="113919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17" name="">
            <a:extLst xmlns:a="http://schemas.openxmlformats.org/drawingml/2006/main">
              <a:ext uri="{FF2B5EF4-FFF2-40B4-BE49-F238E27FC236}">
                <a16:creationId xmlns:a16="http://schemas.microsoft.com/office/drawing/2014/main" id="{8A97A57D-C323-404F-8D98-ABB53458A77C}"/>
              </a:ext>
            </a:extLst>
          </p:cNvPr>
          <p:cNvSpPr>
            <a:spLocks xmlns:a="http://schemas.openxmlformats.org/drawingml/2006/main" noGrp="1"/>
          </p:cNvSpPr>
          <p:nvPr/>
        </p:nvSpPr>
        <p:spPr>
          <a:xfrm xmlns:a="http://schemas.openxmlformats.org/drawingml/2006/main">
            <a:off x="40005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52606D"/>
                </a:solidFill>
                <a:latin typeface="Aptos"/>
                <a:ea typeface="Aptos"/>
                <a:cs typeface="Aptos"/>
              </a:defRPr>
            </a:pPr>
            <a:r>
              <a:rPr sz="900" b="1">
                <a:solidFill>
                  <a:srgbClr val="52606D"/>
                </a:solidFill>
                <a:latin typeface="Aptos"/>
                <a:ea typeface="Aptos"/>
                <a:cs typeface="Aptos"/>
              </a:rPr>
              <a:t>SESSION 02  •  CODE REVIEW HARNESS</a:t>
            </a:r>
          </a:p>
        </p:txBody>
      </p:sp>
      <p:sp>
        <p:nvSpPr>
          <p:cNvPr id="18" name="">
            <a:extLst xmlns:a="http://schemas.openxmlformats.org/drawingml/2006/main">
              <a:ext uri="{FF2B5EF4-FFF2-40B4-BE49-F238E27FC236}">
                <a16:creationId xmlns:a16="http://schemas.microsoft.com/office/drawing/2014/main" id="{3C5D1AD1-7011-41C4-B6DB-0E349F22BF33}"/>
              </a:ext>
            </a:extLst>
          </p:cNvPr>
          <p:cNvSpPr>
            <a:spLocks xmlns:a="http://schemas.openxmlformats.org/drawingml/2006/main" noGrp="1"/>
          </p:cNvSpPr>
          <p:nvPr/>
        </p:nvSpPr>
        <p:spPr>
          <a:xfrm xmlns:a="http://schemas.openxmlformats.org/drawingml/2006/main">
            <a:off x="11096625" y="649605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2606D"/>
                </a:solidFill>
                <a:latin typeface="Aptos"/>
                <a:ea typeface="Aptos"/>
                <a:cs typeface="Aptos"/>
              </a:defRPr>
            </a:pPr>
            <a:r>
              <a:rPr sz="900" b="1">
                <a:solidFill>
                  <a:srgbClr val="52606D"/>
                </a:solidFill>
                <a:latin typeface="Aptos"/>
                <a:ea typeface="Aptos"/>
                <a:cs typeface="Aptos"/>
              </a:rPr>
              <a:t>05</a:t>
            </a:r>
          </a:p>
        </p:txBody>
      </p:sp>
    </p:spTree>
    <p:extLst>
      <p:ext uri="{BB962C8B-B14F-4D97-AF65-F5344CB8AC3E}">
        <p14:creationId xmlns:p14="http://schemas.microsoft.com/office/powerpoint/2010/main" val="196329823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CE81902B-B98C-4752-B917-DCF8B5785134}"/>
              </a:ext>
            </a:extLst>
          </p:cNvPr>
          <p:cNvSpPr>
            <a:spLocks xmlns:a="http://schemas.openxmlformats.org/drawingml/2006/main" noGrp="1"/>
          </p:cNvSpPr>
          <p:nvPr/>
        </p:nvSpPr>
        <p:spPr>
          <a:xfrm xmlns:a="http://schemas.openxmlformats.org/drawingml/2006/main">
            <a:off x="400050" y="3333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E74B5"/>
                </a:solidFill>
                <a:latin typeface="Aptos"/>
                <a:ea typeface="Aptos"/>
                <a:cs typeface="Aptos"/>
              </a:defRPr>
            </a:pPr>
            <a:r>
              <a:rPr sz="975" b="1">
                <a:solidFill>
                  <a:srgbClr val="2E74B5"/>
                </a:solidFill>
                <a:latin typeface="Aptos"/>
                <a:ea typeface="Aptos"/>
                <a:cs typeface="Aptos"/>
              </a:rPr>
              <a:t>PROMPT DESIGN WALKTHROUGH</a:t>
            </a:r>
          </a:p>
        </p:txBody>
      </p:sp>
      <p:sp>
        <p:nvSpPr>
          <p:cNvPr id="2" name="">
            <a:extLst xmlns:a="http://schemas.openxmlformats.org/drawingml/2006/main">
              <a:ext uri="{FF2B5EF4-FFF2-40B4-BE49-F238E27FC236}">
                <a16:creationId xmlns:a16="http://schemas.microsoft.com/office/drawing/2014/main" id="{31B5204B-0F3F-4D22-A567-D8967FE5AE37}"/>
              </a:ext>
            </a:extLst>
          </p:cNvPr>
          <p:cNvSpPr>
            <a:spLocks xmlns:a="http://schemas.openxmlformats.org/drawingml/2006/main" noGrp="1"/>
          </p:cNvSpPr>
          <p:nvPr/>
        </p:nvSpPr>
        <p:spPr>
          <a:xfrm xmlns:a="http://schemas.openxmlformats.org/drawingml/2006/main">
            <a:off x="400050" y="742950"/>
            <a:ext cx="11382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827"/>
                </a:solidFill>
                <a:latin typeface="Aptos"/>
                <a:ea typeface="Aptos"/>
                <a:cs typeface="Aptos"/>
              </a:defRPr>
            </a:pPr>
            <a:r>
              <a:rPr sz="2850" b="1">
                <a:solidFill>
                  <a:srgbClr val="111827"/>
                </a:solidFill>
                <a:latin typeface="Aptos"/>
                <a:ea typeface="Aptos"/>
                <a:cs typeface="Aptos"/>
              </a:rPr>
              <a:t>Turn the contract into executable prompt behavior</a:t>
            </a:r>
          </a:p>
        </p:txBody>
      </p:sp>
      <p:sp>
        <p:nvSpPr>
          <p:cNvPr id="3" name="">
            <a:extLst xmlns:a="http://schemas.openxmlformats.org/drawingml/2006/main">
              <a:ext uri="{FF2B5EF4-FFF2-40B4-BE49-F238E27FC236}">
                <a16:creationId xmlns:a16="http://schemas.microsoft.com/office/drawing/2014/main" id="{218A706B-2AB0-488F-BCDF-AA99C9F356B6}"/>
              </a:ext>
            </a:extLst>
          </p:cNvPr>
          <p:cNvSpPr>
            <a:spLocks xmlns:a="http://schemas.openxmlformats.org/drawingml/2006/main" noGrp="1"/>
          </p:cNvSpPr>
          <p:nvPr/>
        </p:nvSpPr>
        <p:spPr>
          <a:xfrm xmlns:a="http://schemas.openxmlformats.org/drawingml/2006/main">
            <a:off x="400050" y="1666875"/>
            <a:ext cx="113919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111827"/>
                </a:solidFill>
                <a:latin typeface="Aptos"/>
                <a:ea typeface="Aptos"/>
                <a:cs typeface="Aptos"/>
              </a:defRPr>
            </a:pPr>
            <a:r>
              <a:rPr sz="1875" b="1">
                <a:solidFill>
                  <a:srgbClr val="111827"/>
                </a:solidFill>
                <a:latin typeface="Aptos"/>
                <a:ea typeface="Aptos"/>
                <a:cs typeface="Aptos"/>
              </a:rPr>
              <a:t>Translate evidence and contract obligations into explicit prompt behavior.</a:t>
            </a:r>
          </a:p>
        </p:txBody>
      </p:sp>
      <p:sp>
        <p:nvSpPr>
          <p:cNvPr id="4" name="">
            <a:extLst xmlns:a="http://schemas.openxmlformats.org/drawingml/2006/main">
              <a:ext uri="{FF2B5EF4-FFF2-40B4-BE49-F238E27FC236}">
                <a16:creationId xmlns:a16="http://schemas.microsoft.com/office/drawing/2014/main" id="{BE130A61-8F86-4DB5-B1E1-DE34C8F6B01E}"/>
              </a:ext>
            </a:extLst>
          </p:cNvPr>
          <p:cNvSpPr>
            <a:spLocks xmlns:a="http://schemas.openxmlformats.org/drawingml/2006/main" noGrp="1"/>
          </p:cNvSpPr>
          <p:nvPr/>
        </p:nvSpPr>
        <p:spPr>
          <a:xfrm xmlns:a="http://schemas.openxmlformats.org/drawingml/2006/main">
            <a:off x="400050" y="2667000"/>
            <a:ext cx="3562350" cy="1095375"/>
          </a:xfrm>
          <a:prstGeom xmlns:a="http://schemas.openxmlformats.org/drawingml/2006/main" prst="roundRect">
            <a:avLst>
              <a:gd name="adj" fmla="val 10435"/>
            </a:avLst>
          </a:prstGeom>
          <a:solidFill xmlns:a="http://schemas.openxmlformats.org/drawingml/2006/main">
            <a:srgbClr val="EAF5FB"/>
          </a:solidFill>
          <a:ln xmlns:a="http://schemas.openxmlformats.org/drawingml/2006/main" w="9525">
            <a:solidFill>
              <a:srgbClr val="CBD5E1"/>
            </a:solidFill>
            <a:prstDash val="solid"/>
          </a:ln>
        </p:spPr>
      </p:sp>
      <p:sp>
        <p:nvSpPr>
          <p:cNvPr id="5" name="">
            <a:extLst xmlns:a="http://schemas.openxmlformats.org/drawingml/2006/main">
              <a:ext uri="{FF2B5EF4-FFF2-40B4-BE49-F238E27FC236}">
                <a16:creationId xmlns:a16="http://schemas.microsoft.com/office/drawing/2014/main" id="{7A05F880-AA83-4DD8-90B7-0BEEB5108230}"/>
              </a:ext>
            </a:extLst>
          </p:cNvPr>
          <p:cNvSpPr>
            <a:spLocks xmlns:a="http://schemas.openxmlformats.org/drawingml/2006/main" noGrp="1"/>
          </p:cNvSpPr>
          <p:nvPr/>
        </p:nvSpPr>
        <p:spPr>
          <a:xfrm xmlns:a="http://schemas.openxmlformats.org/drawingml/2006/main">
            <a:off x="609600" y="28575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01</a:t>
            </a:r>
          </a:p>
        </p:txBody>
      </p:sp>
      <p:sp>
        <p:nvSpPr>
          <p:cNvPr id="6" name="">
            <a:extLst xmlns:a="http://schemas.openxmlformats.org/drawingml/2006/main">
              <a:ext uri="{FF2B5EF4-FFF2-40B4-BE49-F238E27FC236}">
                <a16:creationId xmlns:a16="http://schemas.microsoft.com/office/drawing/2014/main" id="{7C7F6DC5-BD80-43A5-AADD-D5AEF0C37F27}"/>
              </a:ext>
            </a:extLst>
          </p:cNvPr>
          <p:cNvSpPr>
            <a:spLocks xmlns:a="http://schemas.openxmlformats.org/drawingml/2006/main" noGrp="1"/>
          </p:cNvSpPr>
          <p:nvPr/>
        </p:nvSpPr>
        <p:spPr>
          <a:xfrm xmlns:a="http://schemas.openxmlformats.org/drawingml/2006/main">
            <a:off x="1104900" y="2847975"/>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Admission</a:t>
            </a:r>
          </a:p>
        </p:txBody>
      </p:sp>
      <p:sp>
        <p:nvSpPr>
          <p:cNvPr id="7" name="">
            <a:extLst xmlns:a="http://schemas.openxmlformats.org/drawingml/2006/main">
              <a:ext uri="{FF2B5EF4-FFF2-40B4-BE49-F238E27FC236}">
                <a16:creationId xmlns:a16="http://schemas.microsoft.com/office/drawing/2014/main" id="{1E866FB6-7CB1-4D0F-9F4D-181BCD94CC1D}"/>
              </a:ext>
            </a:extLst>
          </p:cNvPr>
          <p:cNvSpPr>
            <a:spLocks xmlns:a="http://schemas.openxmlformats.org/drawingml/2006/main" noGrp="1"/>
          </p:cNvSpPr>
          <p:nvPr/>
        </p:nvSpPr>
        <p:spPr>
          <a:xfrm xmlns:a="http://schemas.openxmlformats.org/drawingml/2006/main">
            <a:off x="4314825" y="2667000"/>
            <a:ext cx="3562350" cy="1095375"/>
          </a:xfrm>
          <a:prstGeom xmlns:a="http://schemas.openxmlformats.org/drawingml/2006/main" prst="roundRect">
            <a:avLst>
              <a:gd name="adj" fmla="val 10435"/>
            </a:avLst>
          </a:prstGeom>
          <a:solidFill xmlns:a="http://schemas.openxmlformats.org/drawingml/2006/main">
            <a:srgbClr val="F2F2F2"/>
          </a:solidFill>
          <a:ln xmlns:a="http://schemas.openxmlformats.org/drawingml/2006/main" w="9525">
            <a:solidFill>
              <a:srgbClr val="CBD5E1"/>
            </a:solidFill>
            <a:prstDash val="solid"/>
          </a:ln>
        </p:spPr>
      </p:sp>
      <p:sp>
        <p:nvSpPr>
          <p:cNvPr id="8" name="">
            <a:extLst xmlns:a="http://schemas.openxmlformats.org/drawingml/2006/main">
              <a:ext uri="{FF2B5EF4-FFF2-40B4-BE49-F238E27FC236}">
                <a16:creationId xmlns:a16="http://schemas.microsoft.com/office/drawing/2014/main" id="{90EA514A-9C47-409C-8FDB-496748E26517}"/>
              </a:ext>
            </a:extLst>
          </p:cNvPr>
          <p:cNvSpPr>
            <a:spLocks xmlns:a="http://schemas.openxmlformats.org/drawingml/2006/main" noGrp="1"/>
          </p:cNvSpPr>
          <p:nvPr/>
        </p:nvSpPr>
        <p:spPr>
          <a:xfrm xmlns:a="http://schemas.openxmlformats.org/drawingml/2006/main">
            <a:off x="4524375" y="28575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02</a:t>
            </a:r>
          </a:p>
        </p:txBody>
      </p:sp>
      <p:sp>
        <p:nvSpPr>
          <p:cNvPr id="9" name="">
            <a:extLst xmlns:a="http://schemas.openxmlformats.org/drawingml/2006/main">
              <a:ext uri="{FF2B5EF4-FFF2-40B4-BE49-F238E27FC236}">
                <a16:creationId xmlns:a16="http://schemas.microsoft.com/office/drawing/2014/main" id="{DF22DD8C-CFBE-433F-B08B-2579E12E479D}"/>
              </a:ext>
            </a:extLst>
          </p:cNvPr>
          <p:cNvSpPr>
            <a:spLocks xmlns:a="http://schemas.openxmlformats.org/drawingml/2006/main" noGrp="1"/>
          </p:cNvSpPr>
          <p:nvPr/>
        </p:nvSpPr>
        <p:spPr>
          <a:xfrm xmlns:a="http://schemas.openxmlformats.org/drawingml/2006/main">
            <a:off x="5019675" y="2847975"/>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Evidence IDs</a:t>
            </a:r>
          </a:p>
        </p:txBody>
      </p:sp>
      <p:sp>
        <p:nvSpPr>
          <p:cNvPr id="10" name="">
            <a:extLst xmlns:a="http://schemas.openxmlformats.org/drawingml/2006/main">
              <a:ext uri="{FF2B5EF4-FFF2-40B4-BE49-F238E27FC236}">
                <a16:creationId xmlns:a16="http://schemas.microsoft.com/office/drawing/2014/main" id="{4421B737-E286-49E3-AB5F-2C63D8539235}"/>
              </a:ext>
            </a:extLst>
          </p:cNvPr>
          <p:cNvSpPr>
            <a:spLocks xmlns:a="http://schemas.openxmlformats.org/drawingml/2006/main" noGrp="1"/>
          </p:cNvSpPr>
          <p:nvPr/>
        </p:nvSpPr>
        <p:spPr>
          <a:xfrm xmlns:a="http://schemas.openxmlformats.org/drawingml/2006/main">
            <a:off x="8229600" y="2667000"/>
            <a:ext cx="3562350" cy="1095375"/>
          </a:xfrm>
          <a:prstGeom xmlns:a="http://schemas.openxmlformats.org/drawingml/2006/main" prst="roundRect">
            <a:avLst>
              <a:gd name="adj" fmla="val 10435"/>
            </a:avLst>
          </a:prstGeom>
          <a:solidFill xmlns:a="http://schemas.openxmlformats.org/drawingml/2006/main">
            <a:srgbClr val="EAF5EE"/>
          </a:solidFill>
          <a:ln xmlns:a="http://schemas.openxmlformats.org/drawingml/2006/main" w="9525">
            <a:solidFill>
              <a:srgbClr val="CBD5E1"/>
            </a:solidFill>
            <a:prstDash val="solid"/>
          </a:ln>
        </p:spPr>
      </p:sp>
      <p:sp>
        <p:nvSpPr>
          <p:cNvPr id="11" name="">
            <a:extLst xmlns:a="http://schemas.openxmlformats.org/drawingml/2006/main">
              <a:ext uri="{FF2B5EF4-FFF2-40B4-BE49-F238E27FC236}">
                <a16:creationId xmlns:a16="http://schemas.microsoft.com/office/drawing/2014/main" id="{CF5A5A8C-977F-4EE1-A648-ACA60FF74D96}"/>
              </a:ext>
            </a:extLst>
          </p:cNvPr>
          <p:cNvSpPr>
            <a:spLocks xmlns:a="http://schemas.openxmlformats.org/drawingml/2006/main" noGrp="1"/>
          </p:cNvSpPr>
          <p:nvPr/>
        </p:nvSpPr>
        <p:spPr>
          <a:xfrm xmlns:a="http://schemas.openxmlformats.org/drawingml/2006/main">
            <a:off x="8439150" y="28575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03</a:t>
            </a:r>
          </a:p>
        </p:txBody>
      </p:sp>
      <p:sp>
        <p:nvSpPr>
          <p:cNvPr id="12" name="">
            <a:extLst xmlns:a="http://schemas.openxmlformats.org/drawingml/2006/main">
              <a:ext uri="{FF2B5EF4-FFF2-40B4-BE49-F238E27FC236}">
                <a16:creationId xmlns:a16="http://schemas.microsoft.com/office/drawing/2014/main" id="{F4BBD29F-0E9D-498B-8738-A02AB1EDE2A1}"/>
              </a:ext>
            </a:extLst>
          </p:cNvPr>
          <p:cNvSpPr>
            <a:spLocks xmlns:a="http://schemas.openxmlformats.org/drawingml/2006/main" noGrp="1"/>
          </p:cNvSpPr>
          <p:nvPr/>
        </p:nvSpPr>
        <p:spPr>
          <a:xfrm xmlns:a="http://schemas.openxmlformats.org/drawingml/2006/main">
            <a:off x="8934450" y="2847975"/>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Coverage</a:t>
            </a:r>
          </a:p>
        </p:txBody>
      </p:sp>
      <p:sp>
        <p:nvSpPr>
          <p:cNvPr id="13" name="">
            <a:extLst xmlns:a="http://schemas.openxmlformats.org/drawingml/2006/main">
              <a:ext uri="{FF2B5EF4-FFF2-40B4-BE49-F238E27FC236}">
                <a16:creationId xmlns:a16="http://schemas.microsoft.com/office/drawing/2014/main" id="{3D4F6CA7-BF52-4D84-9631-044FD3C15E07}"/>
              </a:ext>
            </a:extLst>
          </p:cNvPr>
          <p:cNvSpPr>
            <a:spLocks xmlns:a="http://schemas.openxmlformats.org/drawingml/2006/main" noGrp="1"/>
          </p:cNvSpPr>
          <p:nvPr/>
        </p:nvSpPr>
        <p:spPr>
          <a:xfrm xmlns:a="http://schemas.openxmlformats.org/drawingml/2006/main">
            <a:off x="400050" y="4048125"/>
            <a:ext cx="3562350" cy="1095375"/>
          </a:xfrm>
          <a:prstGeom xmlns:a="http://schemas.openxmlformats.org/drawingml/2006/main" prst="roundRect">
            <a:avLst>
              <a:gd name="adj" fmla="val 10435"/>
            </a:avLst>
          </a:prstGeom>
          <a:solidFill xmlns:a="http://schemas.openxmlformats.org/drawingml/2006/main">
            <a:srgbClr val="FFF4D6"/>
          </a:solidFill>
          <a:ln xmlns:a="http://schemas.openxmlformats.org/drawingml/2006/main" w="9525">
            <a:solidFill>
              <a:srgbClr val="CBD5E1"/>
            </a:solidFill>
            <a:prstDash val="solid"/>
          </a:ln>
        </p:spPr>
      </p:sp>
      <p:sp>
        <p:nvSpPr>
          <p:cNvPr id="14" name="">
            <a:extLst xmlns:a="http://schemas.openxmlformats.org/drawingml/2006/main">
              <a:ext uri="{FF2B5EF4-FFF2-40B4-BE49-F238E27FC236}">
                <a16:creationId xmlns:a16="http://schemas.microsoft.com/office/drawing/2014/main" id="{0CDA71D7-F61E-42E8-80D6-2653A331CA42}"/>
              </a:ext>
            </a:extLst>
          </p:cNvPr>
          <p:cNvSpPr>
            <a:spLocks xmlns:a="http://schemas.openxmlformats.org/drawingml/2006/main" noGrp="1"/>
          </p:cNvSpPr>
          <p:nvPr/>
        </p:nvSpPr>
        <p:spPr>
          <a:xfrm xmlns:a="http://schemas.openxmlformats.org/drawingml/2006/main">
            <a:off x="609600" y="423862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04</a:t>
            </a:r>
          </a:p>
        </p:txBody>
      </p:sp>
      <p:sp>
        <p:nvSpPr>
          <p:cNvPr id="15" name="">
            <a:extLst xmlns:a="http://schemas.openxmlformats.org/drawingml/2006/main">
              <a:ext uri="{FF2B5EF4-FFF2-40B4-BE49-F238E27FC236}">
                <a16:creationId xmlns:a16="http://schemas.microsoft.com/office/drawing/2014/main" id="{086EC7E5-1124-453C-B818-6B9C15335A34}"/>
              </a:ext>
            </a:extLst>
          </p:cNvPr>
          <p:cNvSpPr>
            <a:spLocks xmlns:a="http://schemas.openxmlformats.org/drawingml/2006/main" noGrp="1"/>
          </p:cNvSpPr>
          <p:nvPr/>
        </p:nvSpPr>
        <p:spPr>
          <a:xfrm xmlns:a="http://schemas.openxmlformats.org/drawingml/2006/main">
            <a:off x="1104900" y="4229100"/>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Confidence</a:t>
            </a:r>
          </a:p>
        </p:txBody>
      </p:sp>
      <p:sp>
        <p:nvSpPr>
          <p:cNvPr id="16" name="">
            <a:extLst xmlns:a="http://schemas.openxmlformats.org/drawingml/2006/main">
              <a:ext uri="{FF2B5EF4-FFF2-40B4-BE49-F238E27FC236}">
                <a16:creationId xmlns:a16="http://schemas.microsoft.com/office/drawing/2014/main" id="{385C2527-EE8B-4318-915C-A36DD2496A60}"/>
              </a:ext>
            </a:extLst>
          </p:cNvPr>
          <p:cNvSpPr>
            <a:spLocks xmlns:a="http://schemas.openxmlformats.org/drawingml/2006/main" noGrp="1"/>
          </p:cNvSpPr>
          <p:nvPr/>
        </p:nvSpPr>
        <p:spPr>
          <a:xfrm xmlns:a="http://schemas.openxmlformats.org/drawingml/2006/main">
            <a:off x="4314825" y="4048125"/>
            <a:ext cx="3562350" cy="1095375"/>
          </a:xfrm>
          <a:prstGeom xmlns:a="http://schemas.openxmlformats.org/drawingml/2006/main" prst="roundRect">
            <a:avLst>
              <a:gd name="adj" fmla="val 10435"/>
            </a:avLst>
          </a:prstGeom>
          <a:solidFill xmlns:a="http://schemas.openxmlformats.org/drawingml/2006/main">
            <a:srgbClr val="FBEAEC"/>
          </a:solidFill>
          <a:ln xmlns:a="http://schemas.openxmlformats.org/drawingml/2006/main" w="9525">
            <a:solidFill>
              <a:srgbClr val="CBD5E1"/>
            </a:solidFill>
            <a:prstDash val="solid"/>
          </a:ln>
        </p:spPr>
      </p:sp>
      <p:sp>
        <p:nvSpPr>
          <p:cNvPr id="17" name="">
            <a:extLst xmlns:a="http://schemas.openxmlformats.org/drawingml/2006/main">
              <a:ext uri="{FF2B5EF4-FFF2-40B4-BE49-F238E27FC236}">
                <a16:creationId xmlns:a16="http://schemas.microsoft.com/office/drawing/2014/main" id="{C9DCE4E2-4926-41AA-8E22-3BE8E6E428FB}"/>
              </a:ext>
            </a:extLst>
          </p:cNvPr>
          <p:cNvSpPr>
            <a:spLocks xmlns:a="http://schemas.openxmlformats.org/drawingml/2006/main" noGrp="1"/>
          </p:cNvSpPr>
          <p:nvPr/>
        </p:nvSpPr>
        <p:spPr>
          <a:xfrm xmlns:a="http://schemas.openxmlformats.org/drawingml/2006/main">
            <a:off x="4524375" y="423862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05</a:t>
            </a:r>
          </a:p>
        </p:txBody>
      </p:sp>
      <p:sp>
        <p:nvSpPr>
          <p:cNvPr id="18" name="">
            <a:extLst xmlns:a="http://schemas.openxmlformats.org/drawingml/2006/main">
              <a:ext uri="{FF2B5EF4-FFF2-40B4-BE49-F238E27FC236}">
                <a16:creationId xmlns:a16="http://schemas.microsoft.com/office/drawing/2014/main" id="{57F7C125-FA30-4EBA-83C5-0A2E70B8D348}"/>
              </a:ext>
            </a:extLst>
          </p:cNvPr>
          <p:cNvSpPr>
            <a:spLocks xmlns:a="http://schemas.openxmlformats.org/drawingml/2006/main" noGrp="1"/>
          </p:cNvSpPr>
          <p:nvPr/>
        </p:nvSpPr>
        <p:spPr>
          <a:xfrm xmlns:a="http://schemas.openxmlformats.org/drawingml/2006/main">
            <a:off x="5019675" y="4229100"/>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Envelope</a:t>
            </a:r>
          </a:p>
        </p:txBody>
      </p:sp>
      <p:sp>
        <p:nvSpPr>
          <p:cNvPr id="19" name="">
            <a:extLst xmlns:a="http://schemas.openxmlformats.org/drawingml/2006/main">
              <a:ext uri="{FF2B5EF4-FFF2-40B4-BE49-F238E27FC236}">
                <a16:creationId xmlns:a16="http://schemas.microsoft.com/office/drawing/2014/main" id="{7F33CE53-AEF0-48AD-AF27-A261BDE6B955}"/>
              </a:ext>
            </a:extLst>
          </p:cNvPr>
          <p:cNvSpPr>
            <a:spLocks xmlns:a="http://schemas.openxmlformats.org/drawingml/2006/main" noGrp="1"/>
          </p:cNvSpPr>
          <p:nvPr/>
        </p:nvSpPr>
        <p:spPr>
          <a:xfrm xmlns:a="http://schemas.openxmlformats.org/drawingml/2006/main">
            <a:off x="8229600" y="4048125"/>
            <a:ext cx="3562350" cy="1095375"/>
          </a:xfrm>
          <a:prstGeom xmlns:a="http://schemas.openxmlformats.org/drawingml/2006/main" prst="roundRect">
            <a:avLst>
              <a:gd name="adj" fmla="val 10435"/>
            </a:avLst>
          </a:prstGeom>
          <a:solidFill xmlns:a="http://schemas.openxmlformats.org/drawingml/2006/main">
            <a:srgbClr val="F2F2F2"/>
          </a:solidFill>
          <a:ln xmlns:a="http://schemas.openxmlformats.org/drawingml/2006/main" w="9525">
            <a:solidFill>
              <a:srgbClr val="CBD5E1"/>
            </a:solidFill>
            <a:prstDash val="solid"/>
          </a:ln>
        </p:spPr>
      </p:sp>
      <p:sp>
        <p:nvSpPr>
          <p:cNvPr id="20" name="">
            <a:extLst xmlns:a="http://schemas.openxmlformats.org/drawingml/2006/main">
              <a:ext uri="{FF2B5EF4-FFF2-40B4-BE49-F238E27FC236}">
                <a16:creationId xmlns:a16="http://schemas.microsoft.com/office/drawing/2014/main" id="{82B1B465-7B84-47CF-BF04-BB6BAD1C0D80}"/>
              </a:ext>
            </a:extLst>
          </p:cNvPr>
          <p:cNvSpPr>
            <a:spLocks xmlns:a="http://schemas.openxmlformats.org/drawingml/2006/main" noGrp="1"/>
          </p:cNvSpPr>
          <p:nvPr/>
        </p:nvSpPr>
        <p:spPr>
          <a:xfrm xmlns:a="http://schemas.openxmlformats.org/drawingml/2006/main">
            <a:off x="8439150" y="423862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06</a:t>
            </a:r>
          </a:p>
        </p:txBody>
      </p:sp>
      <p:sp>
        <p:nvSpPr>
          <p:cNvPr id="21" name="">
            <a:extLst xmlns:a="http://schemas.openxmlformats.org/drawingml/2006/main">
              <a:ext uri="{FF2B5EF4-FFF2-40B4-BE49-F238E27FC236}">
                <a16:creationId xmlns:a16="http://schemas.microsoft.com/office/drawing/2014/main" id="{216B41DC-2089-4A87-A65D-656BD5B7F1DA}"/>
              </a:ext>
            </a:extLst>
          </p:cNvPr>
          <p:cNvSpPr>
            <a:spLocks xmlns:a="http://schemas.openxmlformats.org/drawingml/2006/main" noGrp="1"/>
          </p:cNvSpPr>
          <p:nvPr/>
        </p:nvSpPr>
        <p:spPr>
          <a:xfrm xmlns:a="http://schemas.openxmlformats.org/drawingml/2006/main">
            <a:off x="8934450" y="4229100"/>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Incomplete input</a:t>
            </a:r>
          </a:p>
        </p:txBody>
      </p:sp>
      <p:sp>
        <p:nvSpPr>
          <p:cNvPr id="22" name="">
            <a:extLst xmlns:a="http://schemas.openxmlformats.org/drawingml/2006/main">
              <a:ext uri="{FF2B5EF4-FFF2-40B4-BE49-F238E27FC236}">
                <a16:creationId xmlns:a16="http://schemas.microsoft.com/office/drawing/2014/main" id="{2A0AE0F6-FAFA-4BDE-AC66-DA49E84CC008}"/>
              </a:ext>
            </a:extLst>
          </p:cNvPr>
          <p:cNvSpPr>
            <a:spLocks xmlns:a="http://schemas.openxmlformats.org/drawingml/2006/main" noGrp="1"/>
          </p:cNvSpPr>
          <p:nvPr/>
        </p:nvSpPr>
        <p:spPr>
          <a:xfrm xmlns:a="http://schemas.openxmlformats.org/drawingml/2006/main">
            <a:off x="400050" y="6400800"/>
            <a:ext cx="113919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3" name="">
            <a:extLst xmlns:a="http://schemas.openxmlformats.org/drawingml/2006/main">
              <a:ext uri="{FF2B5EF4-FFF2-40B4-BE49-F238E27FC236}">
                <a16:creationId xmlns:a16="http://schemas.microsoft.com/office/drawing/2014/main" id="{AA3FF285-AD7A-4287-B3F6-C0E832C1301E}"/>
              </a:ext>
            </a:extLst>
          </p:cNvPr>
          <p:cNvSpPr>
            <a:spLocks xmlns:a="http://schemas.openxmlformats.org/drawingml/2006/main" noGrp="1"/>
          </p:cNvSpPr>
          <p:nvPr/>
        </p:nvSpPr>
        <p:spPr>
          <a:xfrm xmlns:a="http://schemas.openxmlformats.org/drawingml/2006/main">
            <a:off x="40005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52606D"/>
                </a:solidFill>
                <a:latin typeface="Aptos"/>
                <a:ea typeface="Aptos"/>
                <a:cs typeface="Aptos"/>
              </a:defRPr>
            </a:pPr>
            <a:r>
              <a:rPr sz="900" b="1">
                <a:solidFill>
                  <a:srgbClr val="52606D"/>
                </a:solidFill>
                <a:latin typeface="Aptos"/>
                <a:ea typeface="Aptos"/>
                <a:cs typeface="Aptos"/>
              </a:rPr>
              <a:t>SESSION 02  •  CODE REVIEW HARNESS</a:t>
            </a:r>
          </a:p>
        </p:txBody>
      </p:sp>
      <p:sp>
        <p:nvSpPr>
          <p:cNvPr id="24" name="">
            <a:extLst xmlns:a="http://schemas.openxmlformats.org/drawingml/2006/main">
              <a:ext uri="{FF2B5EF4-FFF2-40B4-BE49-F238E27FC236}">
                <a16:creationId xmlns:a16="http://schemas.microsoft.com/office/drawing/2014/main" id="{F84BBBC3-7E18-4BC3-BDD6-EF6750B93AB3}"/>
              </a:ext>
            </a:extLst>
          </p:cNvPr>
          <p:cNvSpPr>
            <a:spLocks xmlns:a="http://schemas.openxmlformats.org/drawingml/2006/main" noGrp="1"/>
          </p:cNvSpPr>
          <p:nvPr/>
        </p:nvSpPr>
        <p:spPr>
          <a:xfrm xmlns:a="http://schemas.openxmlformats.org/drawingml/2006/main">
            <a:off x="11096625" y="649605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2606D"/>
                </a:solidFill>
                <a:latin typeface="Aptos"/>
                <a:ea typeface="Aptos"/>
                <a:cs typeface="Aptos"/>
              </a:defRPr>
            </a:pPr>
            <a:r>
              <a:rPr sz="900" b="1">
                <a:solidFill>
                  <a:srgbClr val="52606D"/>
                </a:solidFill>
                <a:latin typeface="Aptos"/>
                <a:ea typeface="Aptos"/>
                <a:cs typeface="Aptos"/>
              </a:rPr>
              <a:t>06</a:t>
            </a:r>
          </a:p>
        </p:txBody>
      </p:sp>
    </p:spTree>
    <p:extLst>
      <p:ext uri="{BB962C8B-B14F-4D97-AF65-F5344CB8AC3E}">
        <p14:creationId xmlns:p14="http://schemas.microsoft.com/office/powerpoint/2010/main" val="1998924704"/>
      </p:ext>
    </p:extLst>
  </p:cSld>
</p:sld>
</file>

<file path=ppt/slides/slide7.xml><?xml version="1.0" encoding="utf-8"?>
<p:sld xmlns:p="http://schemas.openxmlformats.org/presentationml/2006/main">
  <p:cSld>
    <p:bg>
      <p:bgPr>
        <a:solidFill xmlns:a="http://schemas.openxmlformats.org/drawingml/2006/main">
          <a:srgbClr val="111827"/>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AA7E966-5912-49D9-B9F9-98A93178809E}"/>
              </a:ext>
            </a:extLst>
          </p:cNvPr>
          <p:cNvSpPr>
            <a:spLocks xmlns:a="http://schemas.openxmlformats.org/drawingml/2006/main" noGrp="1"/>
          </p:cNvSpPr>
          <p:nvPr/>
        </p:nvSpPr>
        <p:spPr>
          <a:xfrm xmlns:a="http://schemas.openxmlformats.org/drawingml/2006/main">
            <a:off x="495300" y="476250"/>
            <a:ext cx="571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8EC5E5"/>
                </a:solidFill>
                <a:latin typeface="Aptos"/>
                <a:ea typeface="Aptos"/>
                <a:cs typeface="Aptos"/>
              </a:defRPr>
            </a:pPr>
            <a:r>
              <a:rPr sz="1050" b="1">
                <a:solidFill>
                  <a:srgbClr val="8EC5E5"/>
                </a:solidFill>
                <a:latin typeface="Aptos"/>
                <a:ea typeface="Aptos"/>
                <a:cs typeface="Aptos"/>
              </a:rPr>
              <a:t>SESSION 02  •  EXIT TICKET</a:t>
            </a:r>
          </a:p>
        </p:txBody>
      </p:sp>
      <p:sp>
        <p:nvSpPr>
          <p:cNvPr id="2" name="">
            <a:extLst xmlns:a="http://schemas.openxmlformats.org/drawingml/2006/main">
              <a:ext uri="{FF2B5EF4-FFF2-40B4-BE49-F238E27FC236}">
                <a16:creationId xmlns:a16="http://schemas.microsoft.com/office/drawing/2014/main" id="{AEBE9995-003F-429E-946A-7BDF2B90406E}"/>
              </a:ext>
            </a:extLst>
          </p:cNvPr>
          <p:cNvSpPr>
            <a:spLocks xmlns:a="http://schemas.openxmlformats.org/drawingml/2006/main" noGrp="1"/>
          </p:cNvSpPr>
          <p:nvPr/>
        </p:nvSpPr>
        <p:spPr>
          <a:xfrm xmlns:a="http://schemas.openxmlformats.org/drawingml/2006/main">
            <a:off x="495300" y="1524000"/>
            <a:ext cx="10191750" cy="2333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3225" b="1">
                <a:solidFill>
                  <a:srgbClr val="FFFFFF"/>
                </a:solidFill>
                <a:latin typeface="Aptos"/>
                <a:ea typeface="Aptos"/>
                <a:cs typeface="Aptos"/>
              </a:defRPr>
            </a:pPr>
            <a:r>
              <a:rPr sz="3225" b="1">
                <a:solidFill>
                  <a:srgbClr val="FFFFFF"/>
                </a:solidFill>
                <a:latin typeface="Aptos"/>
                <a:ea typeface="Aptos"/>
                <a:cs typeface="Aptos"/>
              </a:rPr>
              <a:t>Trace one assessment to evidence, contract, consumer, and decision request.</a:t>
            </a:r>
          </a:p>
        </p:txBody>
      </p:sp>
      <p:sp>
        <p:nvSpPr>
          <p:cNvPr id="3" name="">
            <a:extLst xmlns:a="http://schemas.openxmlformats.org/drawingml/2006/main">
              <a:ext uri="{FF2B5EF4-FFF2-40B4-BE49-F238E27FC236}">
                <a16:creationId xmlns:a16="http://schemas.microsoft.com/office/drawing/2014/main" id="{554E8439-0238-4849-81A1-07F305FCD711}"/>
              </a:ext>
            </a:extLst>
          </p:cNvPr>
          <p:cNvSpPr>
            <a:spLocks xmlns:a="http://schemas.openxmlformats.org/drawingml/2006/main" noGrp="1"/>
          </p:cNvSpPr>
          <p:nvPr/>
        </p:nvSpPr>
        <p:spPr>
          <a:xfrm xmlns:a="http://schemas.openxmlformats.org/drawingml/2006/main">
            <a:off x="495300" y="4381500"/>
            <a:ext cx="10668000" cy="28575"/>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4" name="">
            <a:extLst xmlns:a="http://schemas.openxmlformats.org/drawingml/2006/main">
              <a:ext uri="{FF2B5EF4-FFF2-40B4-BE49-F238E27FC236}">
                <a16:creationId xmlns:a16="http://schemas.microsoft.com/office/drawing/2014/main" id="{FD1DF94B-8FDF-434F-A5B0-9A0B8997CE98}"/>
              </a:ext>
            </a:extLst>
          </p:cNvPr>
          <p:cNvSpPr>
            <a:spLocks xmlns:a="http://schemas.openxmlformats.org/drawingml/2006/main" noGrp="1"/>
          </p:cNvSpPr>
          <p:nvPr/>
        </p:nvSpPr>
        <p:spPr>
          <a:xfrm xmlns:a="http://schemas.openxmlformats.org/drawingml/2006/main">
            <a:off x="495300" y="4762500"/>
            <a:ext cx="9906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0">
                <a:solidFill>
                  <a:srgbClr val="D8E2EC"/>
                </a:solidFill>
                <a:latin typeface="Aptos"/>
                <a:ea typeface="Aptos"/>
                <a:cs typeface="Aptos"/>
              </a:defRPr>
            </a:pPr>
            <a:r>
              <a:rPr sz="1725" b="0">
                <a:solidFill>
                  <a:srgbClr val="D8E2EC"/>
                </a:solidFill>
                <a:latin typeface="Aptos"/>
                <a:ea typeface="Aptos"/>
                <a:cs typeface="Aptos"/>
              </a:rPr>
              <a:t>Answer with evidence. Name the contract, state, or authority boundary you used.</a:t>
            </a:r>
          </a:p>
        </p:txBody>
      </p:sp>
      <p:sp>
        <p:nvSpPr>
          <p:cNvPr id="5" name="">
            <a:extLst xmlns:a="http://schemas.openxmlformats.org/drawingml/2006/main">
              <a:ext uri="{FF2B5EF4-FFF2-40B4-BE49-F238E27FC236}">
                <a16:creationId xmlns:a16="http://schemas.microsoft.com/office/drawing/2014/main" id="{4355DF00-40FD-4C42-9D10-01CECF4C8936}"/>
              </a:ext>
            </a:extLst>
          </p:cNvPr>
          <p:cNvSpPr>
            <a:spLocks xmlns:a="http://schemas.openxmlformats.org/drawingml/2006/main" noGrp="1"/>
          </p:cNvSpPr>
          <p:nvPr/>
        </p:nvSpPr>
        <p:spPr>
          <a:xfrm xmlns:a="http://schemas.openxmlformats.org/drawingml/2006/main">
            <a:off x="495300" y="6096000"/>
            <a:ext cx="723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8EC5E5"/>
                </a:solidFill>
                <a:latin typeface="Aptos"/>
                <a:ea typeface="Aptos"/>
                <a:cs typeface="Aptos"/>
              </a:defRPr>
            </a:pPr>
            <a:r>
              <a:rPr sz="1050" b="1">
                <a:solidFill>
                  <a:srgbClr val="8EC5E5"/>
                </a:solidFill>
                <a:latin typeface="Aptos"/>
                <a:ea typeface="Aptos"/>
                <a:cs typeface="Aptos"/>
              </a:rPr>
              <a:t>NEXT: SESSION 03</a:t>
            </a:r>
          </a:p>
        </p:txBody>
      </p:sp>
    </p:spTree>
    <p:extLst>
      <p:ext uri="{BB962C8B-B14F-4D97-AF65-F5344CB8AC3E}">
        <p14:creationId xmlns:p14="http://schemas.microsoft.com/office/powerpoint/2010/main" val="46922245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2026-07-30T17:35:51.9180000Z</dcterms:created>
  <dcterms:modified xsi:type="dcterms:W3CDTF">2026-07-30T17:35:51.9180000Z</dcterms:modified>
</coreProperties>
</file>