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f7a191ce5e4a3d" /><Relationship Type="http://schemas.openxmlformats.org/officeDocument/2006/relationships/extended-properties" Target="/docProps/app.xml" Id="R7db1caa5e09141e3" /><Relationship Type="http://schemas.openxmlformats.org/officeDocument/2006/relationships/officeDocument" Target="/ppt/presentation.xml" Id="Rd287edf5fc9d4f3c" /></Relationships>
</file>

<file path=ppt/presentation.xml><?xml version="1.0" encoding="utf-8"?>
<p:presentation xmlns:p="http://schemas.openxmlformats.org/presentationml/2006/main">
  <p:sldMasterIdLst>
    <p:sldMasterId xmlns:r="http://schemas.openxmlformats.org/officeDocument/2006/relationships" id="2147483648" r:id="R4e333f4f52e74cfa"/>
  </p:sldMasterIdLst>
  <p:notesMasterIdLst>
    <p:notesMasterId xmlns:r="http://schemas.openxmlformats.org/officeDocument/2006/relationships" r:id="R2828ec9179ef4223"/>
  </p:notesMasterIdLst>
  <p:sldIdLst>
    <p:sldId xmlns:r="http://schemas.openxmlformats.org/officeDocument/2006/relationships" id="256" r:id="R94a0d1a192d94244"/>
    <p:sldId xmlns:r="http://schemas.openxmlformats.org/officeDocument/2006/relationships" id="257" r:id="Rd18a494ad4754931"/>
    <p:sldId xmlns:r="http://schemas.openxmlformats.org/officeDocument/2006/relationships" id="258" r:id="R1411a388d8ae4077"/>
    <p:sldId xmlns:r="http://schemas.openxmlformats.org/officeDocument/2006/relationships" id="259" r:id="Ra2fd52fb3887431f"/>
    <p:sldId xmlns:r="http://schemas.openxmlformats.org/officeDocument/2006/relationships" id="260" r:id="R3d12214db06b4cc4"/>
    <p:sldId xmlns:r="http://schemas.openxmlformats.org/officeDocument/2006/relationships" id="261" r:id="R645799b130104ce6"/>
    <p:sldId xmlns:r="http://schemas.openxmlformats.org/officeDocument/2006/relationships" id="262" r:id="R924b5ad598ba47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34053ad59c4219" /><Relationship Type="http://schemas.openxmlformats.org/officeDocument/2006/relationships/slideMaster" Target="/ppt/slideMasters/slideMaster1.xml" Id="R4e333f4f52e74cfa" /><Relationship Type="http://schemas.openxmlformats.org/officeDocument/2006/relationships/notesMaster" Target="/ppt/notesMasters/notesMaster1.xml" Id="R2828ec9179ef4223" /><Relationship Type="http://schemas.openxmlformats.org/officeDocument/2006/relationships/presProps" Target="/ppt/presProps.xml" Id="Rf2e0c9a99f214d20" /><Relationship Type="http://schemas.openxmlformats.org/officeDocument/2006/relationships/tableStyles" Target="/ppt/tableStyles.xml" Id="R961b5eb1b89b4dc3" /><Relationship Type="http://schemas.openxmlformats.org/officeDocument/2006/relationships/slide" Target="/ppt/slides/slide1.xml" Id="R94a0d1a192d94244" /><Relationship Type="http://schemas.openxmlformats.org/officeDocument/2006/relationships/slide" Target="/ppt/slides/slide2.xml" Id="Rd18a494ad4754931" /><Relationship Type="http://schemas.openxmlformats.org/officeDocument/2006/relationships/slide" Target="/ppt/slides/slide3.xml" Id="R1411a388d8ae4077" /><Relationship Type="http://schemas.openxmlformats.org/officeDocument/2006/relationships/slide" Target="/ppt/slides/slide4.xml" Id="Ra2fd52fb3887431f" /><Relationship Type="http://schemas.openxmlformats.org/officeDocument/2006/relationships/slide" Target="/ppt/slides/slide5.xml" Id="R3d12214db06b4cc4" /><Relationship Type="http://schemas.openxmlformats.org/officeDocument/2006/relationships/slide" Target="/ppt/slides/slide6.xml" Id="R645799b130104ce6" /><Relationship Type="http://schemas.openxmlformats.org/officeDocument/2006/relationships/slide" Target="/ppt/slides/slide7.xml" Id="R924b5ad598ba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d046c3ebd941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53def72c0849a4" /><Relationship Type="http://schemas.openxmlformats.org/officeDocument/2006/relationships/notesMaster" Target="/ppt/notesMasters/notesMaster1.xml" Id="Re3dbe00ee84e42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823e5532b84ac7" /><Relationship Type="http://schemas.openxmlformats.org/officeDocument/2006/relationships/notesMaster" Target="/ppt/notesMasters/notesMaster1.xml" Id="Rb1dd0e159db044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5f735ec29b42c9" /><Relationship Type="http://schemas.openxmlformats.org/officeDocument/2006/relationships/notesMaster" Target="/ppt/notesMasters/notesMaster1.xml" Id="Rb9e95440fbcd41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dc75e69bb74eef" /><Relationship Type="http://schemas.openxmlformats.org/officeDocument/2006/relationships/notesMaster" Target="/ppt/notesMasters/notesMaster1.xml" Id="R96162e8693434e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2b8f44a3794b82" /><Relationship Type="http://schemas.openxmlformats.org/officeDocument/2006/relationships/notesMaster" Target="/ppt/notesMasters/notesMaster1.xml" Id="R7647cdcc78a740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461dc634394955" /><Relationship Type="http://schemas.openxmlformats.org/officeDocument/2006/relationships/notesMaster" Target="/ppt/notesMasters/notesMaster1.xml" Id="R20cad668e63645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cf00335b174e01" /><Relationship Type="http://schemas.openxmlformats.org/officeDocument/2006/relationships/notesMaster" Target="/ppt/notesMasters/notesMaster1.xml" Id="R578b53e0b8e045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a86274242c4a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a64704442a4951" /><Relationship Type="http://schemas.openxmlformats.org/officeDocument/2006/relationships/slideLayout" Target="/ppt/slideLayouts/slideLayout1.xml" Id="R00ece13e78d749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ece13e78d749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d77d17881a45fe" /><Relationship Type="http://schemas.openxmlformats.org/officeDocument/2006/relationships/notesSlide" Target="/ppt/notesSlides/notesSlide1.xml" Id="R5ed72d19e48d49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d5d35e22df4bff" /><Relationship Type="http://schemas.openxmlformats.org/officeDocument/2006/relationships/notesSlide" Target="/ppt/notesSlides/notesSlide2.xml" Id="Reaf2415d228340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ee40c6ef144803" /><Relationship Type="http://schemas.openxmlformats.org/officeDocument/2006/relationships/notesSlide" Target="/ppt/notesSlides/notesSlide3.xml" Id="Rb3298391669b4f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9edf515a544103" /><Relationship Type="http://schemas.openxmlformats.org/officeDocument/2006/relationships/notesSlide" Target="/ppt/notesSlides/notesSlide4.xml" Id="R8bedb33a168b49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624db709414243" /><Relationship Type="http://schemas.openxmlformats.org/officeDocument/2006/relationships/notesSlide" Target="/ppt/notesSlides/notesSlide5.xml" Id="R902e0d0c651241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7ebfe1f36247e4" /><Relationship Type="http://schemas.openxmlformats.org/officeDocument/2006/relationships/notesSlide" Target="/ppt/notesSlides/notesSlide6.xml" Id="Rd73c8b6155de4e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404c7993ca40a0" /><Relationship Type="http://schemas.openxmlformats.org/officeDocument/2006/relationships/notesSlide" Target="/ppt/notesSlides/notesSlide7.xml" Id="Rf627c5718768460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B299EF-937A-46F7-96B4-44AA746C0209}"/>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5BE05918-D726-4DE5-A85B-C783944BDE34}"/>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5F4C854C-D9E7-4C82-AD9D-3DD910169419}"/>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07</a:t>
            </a:r>
          </a:p>
        </p:txBody>
      </p:sp>
      <p:sp>
        <p:nvSpPr>
          <p:cNvPr id="4" name="">
            <a:extLst xmlns:a="http://schemas.openxmlformats.org/drawingml/2006/main">
              <a:ext uri="{FF2B5EF4-FFF2-40B4-BE49-F238E27FC236}">
                <a16:creationId xmlns:a16="http://schemas.microsoft.com/office/drawing/2014/main" id="{4552A853-3AD1-446F-9CA8-D3FD79AA530A}"/>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Orchestration: Fan-Out, Fan-In, and Gates</a:t>
            </a:r>
          </a:p>
        </p:txBody>
      </p:sp>
      <p:sp>
        <p:nvSpPr>
          <p:cNvPr id="5" name="">
            <a:extLst xmlns:a="http://schemas.openxmlformats.org/drawingml/2006/main">
              <a:ext uri="{FF2B5EF4-FFF2-40B4-BE49-F238E27FC236}">
                <a16:creationId xmlns:a16="http://schemas.microsoft.com/office/drawing/2014/main" id="{5756C570-C91E-4F46-9B96-F78D96E9E000}"/>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coordinate many agents without hiding causality?</a:t>
            </a:r>
          </a:p>
        </p:txBody>
      </p:sp>
      <p:sp>
        <p:nvSpPr>
          <p:cNvPr id="6" name="">
            <a:extLst xmlns:a="http://schemas.openxmlformats.org/drawingml/2006/main">
              <a:ext uri="{FF2B5EF4-FFF2-40B4-BE49-F238E27FC236}">
                <a16:creationId xmlns:a16="http://schemas.microsoft.com/office/drawing/2014/main" id="{331350B9-B3F4-4029-A27D-C7CCBE67B772}"/>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37B49E7-6827-4282-9DD9-2106A29A5B37}"/>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9865F267-737D-4128-A3EB-68A1D6465D1E}"/>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71EFFC59-6EC7-47A2-BEEE-B12DA4BD5C88}"/>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169468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8DEEA73-6AA1-49AB-AD2B-0018FBFB2D5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7 OUTCOMES</a:t>
            </a:r>
          </a:p>
        </p:txBody>
      </p:sp>
      <p:sp>
        <p:nvSpPr>
          <p:cNvPr id="2" name="">
            <a:extLst xmlns:a="http://schemas.openxmlformats.org/drawingml/2006/main">
              <a:ext uri="{FF2B5EF4-FFF2-40B4-BE49-F238E27FC236}">
                <a16:creationId xmlns:a16="http://schemas.microsoft.com/office/drawing/2014/main" id="{14ED40FD-5AAD-42F0-9FA3-0FF5EE9AB74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1171A731-0445-4FC5-86AF-DB1F27AA8BD9}"/>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8D01C686-3EC7-4730-8C88-2EE304FB358B}"/>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384FB97-7A5F-4AA9-942D-1B67E8A64AE5}"/>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scheduler, fan-out, fan-in, and gate duties</a:t>
            </a:r>
          </a:p>
        </p:txBody>
      </p:sp>
      <p:sp>
        <p:nvSpPr>
          <p:cNvPr id="6" name="">
            <a:extLst xmlns:a="http://schemas.openxmlformats.org/drawingml/2006/main">
              <a:ext uri="{FF2B5EF4-FFF2-40B4-BE49-F238E27FC236}">
                <a16:creationId xmlns:a16="http://schemas.microsoft.com/office/drawing/2014/main" id="{856E3F19-9E0B-4052-A337-B370BE5E90DE}"/>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8E4E622-2457-4D54-A73D-AF0E773EC7E9}"/>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0E26D9B8-74DA-40D4-8AF4-B39E9C98BC31}"/>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Identify safe parallelism</a:t>
            </a:r>
          </a:p>
        </p:txBody>
      </p:sp>
      <p:sp>
        <p:nvSpPr>
          <p:cNvPr id="9" name="">
            <a:extLst xmlns:a="http://schemas.openxmlformats.org/drawingml/2006/main">
              <a:ext uri="{FF2B5EF4-FFF2-40B4-BE49-F238E27FC236}">
                <a16:creationId xmlns:a16="http://schemas.microsoft.com/office/drawing/2014/main" id="{79CF2CC9-C400-40DA-81CA-48B993338EBB}"/>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ACAC02D-8E43-420A-8CB4-F9FD17D5D7DB}"/>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5144FF2F-6FEE-40C4-996F-A4B94D6BC24A}"/>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Keep orchestrators from becoming reviewers</a:t>
            </a:r>
          </a:p>
        </p:txBody>
      </p:sp>
      <p:sp>
        <p:nvSpPr>
          <p:cNvPr id="12" name="">
            <a:extLst xmlns:a="http://schemas.openxmlformats.org/drawingml/2006/main">
              <a:ext uri="{FF2B5EF4-FFF2-40B4-BE49-F238E27FC236}">
                <a16:creationId xmlns:a16="http://schemas.microsoft.com/office/drawing/2014/main" id="{CD537504-ED9D-418D-90B1-D34D2CD94953}"/>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BA54CFD6-C088-4FC2-9A9C-DF09E35156FE}"/>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1317CE4C-713C-4684-822F-EF61E301CC37}"/>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D266B6A2-0633-4CC3-89FA-B9EDA323AD5A}"/>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D24D1B0F-CBD9-4D32-A0CC-73B8F64881B1}"/>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7F4B3C16-6814-4DFA-B0A8-AE61450F77E9}"/>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92EAEAE2-8208-41C9-B98C-4371C302A0B8}"/>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BAF1A190-9FA9-4233-9A3D-5A1CF5A2DD89}"/>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75A971A-B908-4EE5-8770-C4F53C4BA4EE}"/>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88D0B424-D5C5-445C-9D9C-B0F96CE8C3DC}"/>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2215DC89-CCE4-4B8F-AA3B-D232279AA49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4095EBB8-116F-472D-8C5D-5A22788A428D}"/>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241CB941-EA1D-4C2D-8ECB-3E414BC2503B}"/>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7A2E1612-8EAC-4F4E-B8E9-616923F937A4}"/>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6EAF046C-4257-4E51-A323-740F8944F1C1}"/>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795DC8AA-2E1F-443C-9B36-C483F72FF3FD}"/>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789A9540-6D3E-4333-BB9C-4B26B3FAB45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B8FC78E8-4749-4DB3-95D7-AD951B05F23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30" name="">
            <a:extLst xmlns:a="http://schemas.openxmlformats.org/drawingml/2006/main">
              <a:ext uri="{FF2B5EF4-FFF2-40B4-BE49-F238E27FC236}">
                <a16:creationId xmlns:a16="http://schemas.microsoft.com/office/drawing/2014/main" id="{A52D7BDE-DA08-402F-9310-FB5D3A24EEB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946330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ACB3F5C-636E-4E52-9F0B-67F0A87B922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BAC2F61B-840E-42F7-9627-857BA7948D9C}"/>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B658B234-2085-4B64-BFC4-57DE0255A8CC}"/>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F77E1F5-AEB9-43F5-89E4-EFA9BA6EF114}"/>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ORCH-SCHED</a:t>
            </a:r>
          </a:p>
        </p:txBody>
      </p:sp>
      <p:sp>
        <p:nvSpPr>
          <p:cNvPr id="5" name="">
            <a:extLst xmlns:a="http://schemas.openxmlformats.org/drawingml/2006/main">
              <a:ext uri="{FF2B5EF4-FFF2-40B4-BE49-F238E27FC236}">
                <a16:creationId xmlns:a16="http://schemas.microsoft.com/office/drawing/2014/main" id="{BB20DC40-767D-4C88-A31D-36DEC1BB77EF}"/>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Selects roles + versions</a:t>
            </a:r>
          </a:p>
        </p:txBody>
      </p:sp>
      <p:sp>
        <p:nvSpPr>
          <p:cNvPr id="6" name="">
            <a:extLst xmlns:a="http://schemas.openxmlformats.org/drawingml/2006/main">
              <a:ext uri="{FF2B5EF4-FFF2-40B4-BE49-F238E27FC236}">
                <a16:creationId xmlns:a16="http://schemas.microsoft.com/office/drawing/2014/main" id="{D9CDD028-C6F0-4733-88DB-5194247FC58C}"/>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C91C945-6AC8-488F-AEF1-D75D1A7AE9DF}"/>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ORCH-FANOUT</a:t>
            </a:r>
          </a:p>
        </p:txBody>
      </p:sp>
      <p:sp>
        <p:nvSpPr>
          <p:cNvPr id="8" name="">
            <a:extLst xmlns:a="http://schemas.openxmlformats.org/drawingml/2006/main">
              <a:ext uri="{FF2B5EF4-FFF2-40B4-BE49-F238E27FC236}">
                <a16:creationId xmlns:a16="http://schemas.microsoft.com/office/drawing/2014/main" id="{843720DF-DFAD-42FD-9DC3-CBFE9B148BC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Dispatches independent work</a:t>
            </a:r>
          </a:p>
        </p:txBody>
      </p:sp>
      <p:sp>
        <p:nvSpPr>
          <p:cNvPr id="9" name="">
            <a:extLst xmlns:a="http://schemas.openxmlformats.org/drawingml/2006/main">
              <a:ext uri="{FF2B5EF4-FFF2-40B4-BE49-F238E27FC236}">
                <a16:creationId xmlns:a16="http://schemas.microsoft.com/office/drawing/2014/main" id="{E018FE27-B4A7-40E6-8FBA-8F6F2A85ED2C}"/>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F481423-50CF-4E98-8066-523DED91C07C}"/>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ORCH-FANIN</a:t>
            </a:r>
          </a:p>
        </p:txBody>
      </p:sp>
      <p:sp>
        <p:nvSpPr>
          <p:cNvPr id="11" name="">
            <a:extLst xmlns:a="http://schemas.openxmlformats.org/drawingml/2006/main">
              <a:ext uri="{FF2B5EF4-FFF2-40B4-BE49-F238E27FC236}">
                <a16:creationId xmlns:a16="http://schemas.microsoft.com/office/drawing/2014/main" id="{64F10894-020F-429C-8BC3-7729153EFCE1}"/>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Validates prerequisites</a:t>
            </a:r>
          </a:p>
        </p:txBody>
      </p:sp>
      <p:sp>
        <p:nvSpPr>
          <p:cNvPr id="12" name="">
            <a:extLst xmlns:a="http://schemas.openxmlformats.org/drawingml/2006/main">
              <a:ext uri="{FF2B5EF4-FFF2-40B4-BE49-F238E27FC236}">
                <a16:creationId xmlns:a16="http://schemas.microsoft.com/office/drawing/2014/main" id="{82D62A9A-1D87-4009-BA74-869D13223EE0}"/>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019A3BD8-DD59-4A22-B3C2-B14984A9508F}"/>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ENT-EVIDENCE</a:t>
            </a:r>
          </a:p>
        </p:txBody>
      </p:sp>
      <p:sp>
        <p:nvSpPr>
          <p:cNvPr id="14" name="">
            <a:extLst xmlns:a="http://schemas.openxmlformats.org/drawingml/2006/main">
              <a:ext uri="{FF2B5EF4-FFF2-40B4-BE49-F238E27FC236}">
                <a16:creationId xmlns:a16="http://schemas.microsoft.com/office/drawing/2014/main" id="{53840A13-35C3-466E-849F-638793ABD92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Gates enterprise fitness</a:t>
            </a:r>
          </a:p>
        </p:txBody>
      </p:sp>
      <p:sp>
        <p:nvSpPr>
          <p:cNvPr id="15" name="">
            <a:extLst xmlns:a="http://schemas.openxmlformats.org/drawingml/2006/main">
              <a:ext uri="{FF2B5EF4-FFF2-40B4-BE49-F238E27FC236}">
                <a16:creationId xmlns:a16="http://schemas.microsoft.com/office/drawing/2014/main" id="{47F876D4-6729-44DC-83D9-552FFF46B511}"/>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3839E743-8C57-47A2-8335-708B47CE3944}"/>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3C85598C-F454-4B5F-820F-F14B02AD844B}"/>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FD4979A6-6BC3-4F9C-BE77-0FFEFE171EAD}"/>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501177CF-393C-4119-AB4A-B1540F06C94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07C2101-D74F-4D70-BEC5-D8F831B64D9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21" name="">
            <a:extLst xmlns:a="http://schemas.openxmlformats.org/drawingml/2006/main">
              <a:ext uri="{FF2B5EF4-FFF2-40B4-BE49-F238E27FC236}">
                <a16:creationId xmlns:a16="http://schemas.microsoft.com/office/drawing/2014/main" id="{23EA53E4-4BE1-413A-963F-B1828A30A66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4582837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D8BDE92-000F-462C-8B3F-75474E77A08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7E3BEB1B-3A27-42DA-8CDC-1EF5EE876ACB}"/>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3DF3D092-2A9D-4E26-BD9E-5D27DC122700}"/>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08E0D22-9CF5-4AC0-963F-7FCDA90158DC}"/>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67B2C3A7-7B7F-471B-A3C7-9A019BE8D7C5}"/>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Schedule</a:t>
            </a:r>
          </a:p>
        </p:txBody>
      </p:sp>
      <p:sp>
        <p:nvSpPr>
          <p:cNvPr id="6" name="">
            <a:extLst xmlns:a="http://schemas.openxmlformats.org/drawingml/2006/main">
              <a:ext uri="{FF2B5EF4-FFF2-40B4-BE49-F238E27FC236}">
                <a16:creationId xmlns:a16="http://schemas.microsoft.com/office/drawing/2014/main" id="{C129AB6F-A1F3-4C7D-A97D-BA06BC89C654}"/>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1B3CD768-7CDD-40CB-A70D-79E230B397DA}"/>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A2BAE92F-6C6E-4586-B021-553C34E16C81}"/>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08C31239-4533-49F5-8D4E-024AB8705083}"/>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46AE9F96-0461-4E5C-A031-689B670EBED5}"/>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Parallel reviews</a:t>
            </a:r>
          </a:p>
        </p:txBody>
      </p:sp>
      <p:sp>
        <p:nvSpPr>
          <p:cNvPr id="11" name="">
            <a:extLst xmlns:a="http://schemas.openxmlformats.org/drawingml/2006/main">
              <a:ext uri="{FF2B5EF4-FFF2-40B4-BE49-F238E27FC236}">
                <a16:creationId xmlns:a16="http://schemas.microsoft.com/office/drawing/2014/main" id="{83FB19EB-1844-4761-9E9E-884F1F4D959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0CAFC7A9-A0A9-45E8-BAFC-7657EC5C490A}"/>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A894AC74-0B80-4139-A131-927B15A88A10}"/>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B1212E48-639B-4DAB-B3E1-46C011CB05D2}"/>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3EE87E3F-E948-4069-9D3A-A941B505B3CB}"/>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Track executions</a:t>
            </a:r>
          </a:p>
        </p:txBody>
      </p:sp>
      <p:sp>
        <p:nvSpPr>
          <p:cNvPr id="16" name="">
            <a:extLst xmlns:a="http://schemas.openxmlformats.org/drawingml/2006/main">
              <a:ext uri="{FF2B5EF4-FFF2-40B4-BE49-F238E27FC236}">
                <a16:creationId xmlns:a16="http://schemas.microsoft.com/office/drawing/2014/main" id="{8D0A78DC-3005-4F8A-A6A1-4AB35BF42B46}"/>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5CC039BC-14A7-45DF-8D06-3A338BB4168C}"/>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79CC95F-698D-4EF7-A0DD-A589C759A205}"/>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CF48F2C-1126-4728-89CE-F719AEEB2123}"/>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013441E1-ADEF-4B96-B1F8-78AC9C044887}"/>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Validate join</a:t>
            </a:r>
          </a:p>
        </p:txBody>
      </p:sp>
      <p:sp>
        <p:nvSpPr>
          <p:cNvPr id="21" name="">
            <a:extLst xmlns:a="http://schemas.openxmlformats.org/drawingml/2006/main">
              <a:ext uri="{FF2B5EF4-FFF2-40B4-BE49-F238E27FC236}">
                <a16:creationId xmlns:a16="http://schemas.microsoft.com/office/drawing/2014/main" id="{4A1365EE-D634-4D78-AC93-C4DA8295522D}"/>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E1F78EE8-B3FB-44BA-B82C-1FE344AE7A46}"/>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C2919C03-9633-4017-A029-243FE33324D8}"/>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D716770C-EB8B-45E0-A240-A8A8801D9B9B}"/>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EEEF9DA0-D1C6-4199-86B6-1321344FC3DD}"/>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Route artifacts</a:t>
            </a:r>
          </a:p>
        </p:txBody>
      </p:sp>
      <p:sp>
        <p:nvSpPr>
          <p:cNvPr id="26" name="">
            <a:extLst xmlns:a="http://schemas.openxmlformats.org/drawingml/2006/main">
              <a:ext uri="{FF2B5EF4-FFF2-40B4-BE49-F238E27FC236}">
                <a16:creationId xmlns:a16="http://schemas.microsoft.com/office/drawing/2014/main" id="{420CBE1F-2157-4084-B0BB-2365F736E0D6}"/>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94284B6A-1855-486A-99BD-10657A87E5F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438787E6-62CC-4849-A6EE-34308EA0D7B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29" name="">
            <a:extLst xmlns:a="http://schemas.openxmlformats.org/drawingml/2006/main">
              <a:ext uri="{FF2B5EF4-FFF2-40B4-BE49-F238E27FC236}">
                <a16:creationId xmlns:a16="http://schemas.microsoft.com/office/drawing/2014/main" id="{B50E28D9-3AA0-43B7-A7EB-57E1C87F6B9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1472437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7883254-B0B2-4136-A1EB-2B390230B79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A933B40D-B4E2-4133-AC5F-EBD0CF65664D}"/>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CBEF0075-CDD4-43C5-B9F0-7AD28767362A}"/>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7031ECA-9147-4F9E-9733-FFA1D7271F4F}"/>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6D4596FF-1351-4247-8831-5FEC6DBFFFDE}"/>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Design a release-review workflow with dependencies, retries, and a human gate.</a:t>
            </a:r>
          </a:p>
        </p:txBody>
      </p:sp>
      <p:sp>
        <p:nvSpPr>
          <p:cNvPr id="6" name="">
            <a:extLst xmlns:a="http://schemas.openxmlformats.org/drawingml/2006/main">
              <a:ext uri="{FF2B5EF4-FFF2-40B4-BE49-F238E27FC236}">
                <a16:creationId xmlns:a16="http://schemas.microsoft.com/office/drawing/2014/main" id="{7767AB4C-E6A5-4F82-AB4F-B7A3A54AF3E1}"/>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F8BD53D-DE98-4795-AD8F-5B177F029918}"/>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59108317-043A-4507-97EF-E5B612CB201A}"/>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Mark parallel work</a:t>
            </a:r>
          </a:p>
        </p:txBody>
      </p:sp>
      <p:sp>
        <p:nvSpPr>
          <p:cNvPr id="9" name="">
            <a:extLst xmlns:a="http://schemas.openxmlformats.org/drawingml/2006/main">
              <a:ext uri="{FF2B5EF4-FFF2-40B4-BE49-F238E27FC236}">
                <a16:creationId xmlns:a16="http://schemas.microsoft.com/office/drawing/2014/main" id="{9E4C856C-C9E6-42A4-AE29-5456F5D1C9A2}"/>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9796D01-F288-4C9A-A395-689CB3D87F8D}"/>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666D0F02-8683-4BB1-B099-9FAC63333E01}"/>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Define join guard</a:t>
            </a:r>
          </a:p>
        </p:txBody>
      </p:sp>
      <p:sp>
        <p:nvSpPr>
          <p:cNvPr id="12" name="">
            <a:extLst xmlns:a="http://schemas.openxmlformats.org/drawingml/2006/main">
              <a:ext uri="{FF2B5EF4-FFF2-40B4-BE49-F238E27FC236}">
                <a16:creationId xmlns:a16="http://schemas.microsoft.com/office/drawing/2014/main" id="{87D047F8-F357-4528-9380-267A982B9774}"/>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1C4701F-7C6E-49E6-8E6A-8762B3E91B7F}"/>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F31DFE84-D722-437A-9DB9-01ED2B4E7E88}"/>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Place decision point</a:t>
            </a:r>
          </a:p>
        </p:txBody>
      </p:sp>
      <p:sp>
        <p:nvSpPr>
          <p:cNvPr id="15" name="">
            <a:extLst xmlns:a="http://schemas.openxmlformats.org/drawingml/2006/main">
              <a:ext uri="{FF2B5EF4-FFF2-40B4-BE49-F238E27FC236}">
                <a16:creationId xmlns:a16="http://schemas.microsoft.com/office/drawing/2014/main" id="{A9E91F55-ECBF-4B8B-AA68-727770B89010}"/>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C4ADDD24-AA6A-4AF9-A935-6ACEAADCC00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AF071BF3-F078-483A-B0BC-8E4A9378D9C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18" name="">
            <a:extLst xmlns:a="http://schemas.openxmlformats.org/drawingml/2006/main">
              <a:ext uri="{FF2B5EF4-FFF2-40B4-BE49-F238E27FC236}">
                <a16:creationId xmlns:a16="http://schemas.microsoft.com/office/drawing/2014/main" id="{BF6E2656-26F4-446F-8D63-49EEA88B928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20844653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120DCBC-B796-46CC-AF90-84661CEA2EE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D54E8811-3B6C-4C7C-8C11-50FE85F68B4B}"/>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050893D4-F5CA-48FC-B685-FEBF356B671D}"/>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Draft an orchestration prompt that routes work but never creates findings.</a:t>
            </a:r>
          </a:p>
        </p:txBody>
      </p:sp>
      <p:sp>
        <p:nvSpPr>
          <p:cNvPr id="4" name="">
            <a:extLst xmlns:a="http://schemas.openxmlformats.org/drawingml/2006/main">
              <a:ext uri="{FF2B5EF4-FFF2-40B4-BE49-F238E27FC236}">
                <a16:creationId xmlns:a16="http://schemas.microsoft.com/office/drawing/2014/main" id="{088968C6-42F8-4ED8-BEB4-3A7DAD63A955}"/>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E7259D5A-3D0F-487D-A09D-8685B8A778A0}"/>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5A0C391-4337-4706-A002-1227D6B2D4C8}"/>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Select</a:t>
            </a:r>
          </a:p>
        </p:txBody>
      </p:sp>
      <p:sp>
        <p:nvSpPr>
          <p:cNvPr id="7" name="">
            <a:extLst xmlns:a="http://schemas.openxmlformats.org/drawingml/2006/main">
              <a:ext uri="{FF2B5EF4-FFF2-40B4-BE49-F238E27FC236}">
                <a16:creationId xmlns:a16="http://schemas.microsoft.com/office/drawing/2014/main" id="{9FC8E163-688F-4671-BA09-6F6F36F7EFB6}"/>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9ACD6143-75EA-484E-AB5A-217596E55710}"/>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831B5A0F-4EB1-43AA-BA81-09BFC0647AF6}"/>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Dispatch</a:t>
            </a:r>
          </a:p>
        </p:txBody>
      </p:sp>
      <p:sp>
        <p:nvSpPr>
          <p:cNvPr id="10" name="">
            <a:extLst xmlns:a="http://schemas.openxmlformats.org/drawingml/2006/main">
              <a:ext uri="{FF2B5EF4-FFF2-40B4-BE49-F238E27FC236}">
                <a16:creationId xmlns:a16="http://schemas.microsoft.com/office/drawing/2014/main" id="{EC1B85E7-B659-418C-BBA7-32E28CCCB58C}"/>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F777162-C0B5-451F-A1BD-DB06F08976B2}"/>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2F4B754F-229E-4544-B2FC-21432ADB1C73}"/>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Track</a:t>
            </a:r>
          </a:p>
        </p:txBody>
      </p:sp>
      <p:sp>
        <p:nvSpPr>
          <p:cNvPr id="13" name="">
            <a:extLst xmlns:a="http://schemas.openxmlformats.org/drawingml/2006/main">
              <a:ext uri="{FF2B5EF4-FFF2-40B4-BE49-F238E27FC236}">
                <a16:creationId xmlns:a16="http://schemas.microsoft.com/office/drawing/2014/main" id="{07450C9C-BC22-4968-9CB3-0942702B79A3}"/>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DB1EA012-B64C-435A-928E-7A86A1283FF7}"/>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9AF0E555-2C21-465E-83B8-830F9974AFDD}"/>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Validate</a:t>
            </a:r>
          </a:p>
        </p:txBody>
      </p:sp>
      <p:sp>
        <p:nvSpPr>
          <p:cNvPr id="16" name="">
            <a:extLst xmlns:a="http://schemas.openxmlformats.org/drawingml/2006/main">
              <a:ext uri="{FF2B5EF4-FFF2-40B4-BE49-F238E27FC236}">
                <a16:creationId xmlns:a16="http://schemas.microsoft.com/office/drawing/2014/main" id="{EA12585A-D1F3-4F6F-88B4-9549A6277C8C}"/>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12CEB8CF-32A0-4FCB-99A5-BDABBA6816B7}"/>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E9558411-AAAD-422B-B700-3A48B8121D12}"/>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Route</a:t>
            </a:r>
          </a:p>
        </p:txBody>
      </p:sp>
      <p:sp>
        <p:nvSpPr>
          <p:cNvPr id="19" name="">
            <a:extLst xmlns:a="http://schemas.openxmlformats.org/drawingml/2006/main">
              <a:ext uri="{FF2B5EF4-FFF2-40B4-BE49-F238E27FC236}">
                <a16:creationId xmlns:a16="http://schemas.microsoft.com/office/drawing/2014/main" id="{73B2782B-004B-4A51-A490-D8582C279C3D}"/>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735E490-8158-49EE-83CF-C69654E85DCD}"/>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DF2A50D9-5BBA-429E-BD47-5CECEED144A9}"/>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Never assess domain</a:t>
            </a:r>
          </a:p>
        </p:txBody>
      </p:sp>
      <p:sp>
        <p:nvSpPr>
          <p:cNvPr id="22" name="">
            <a:extLst xmlns:a="http://schemas.openxmlformats.org/drawingml/2006/main">
              <a:ext uri="{FF2B5EF4-FFF2-40B4-BE49-F238E27FC236}">
                <a16:creationId xmlns:a16="http://schemas.microsoft.com/office/drawing/2014/main" id="{28DDCE16-E468-424E-BD5C-20CA96C961E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FDF6EEAF-54D8-4A3C-9495-41EE4EA509B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24" name="">
            <a:extLst xmlns:a="http://schemas.openxmlformats.org/drawingml/2006/main">
              <a:ext uri="{FF2B5EF4-FFF2-40B4-BE49-F238E27FC236}">
                <a16:creationId xmlns:a16="http://schemas.microsoft.com/office/drawing/2014/main" id="{D7B6B174-5C90-442F-A86D-012CFC4178D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021029128"/>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C54449-361F-4464-850F-6666AA3E4259}"/>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07  •  EXIT TICKET</a:t>
            </a:r>
          </a:p>
        </p:txBody>
      </p:sp>
      <p:sp>
        <p:nvSpPr>
          <p:cNvPr id="2" name="">
            <a:extLst xmlns:a="http://schemas.openxmlformats.org/drawingml/2006/main">
              <a:ext uri="{FF2B5EF4-FFF2-40B4-BE49-F238E27FC236}">
                <a16:creationId xmlns:a16="http://schemas.microsoft.com/office/drawing/2014/main" id="{4754AD91-0F8F-4533-8901-0B6D55AA4713}"/>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Draw a safe fan-out/fan-in graph and write its join guard.</a:t>
            </a:r>
          </a:p>
        </p:txBody>
      </p:sp>
      <p:sp>
        <p:nvSpPr>
          <p:cNvPr id="3" name="">
            <a:extLst xmlns:a="http://schemas.openxmlformats.org/drawingml/2006/main">
              <a:ext uri="{FF2B5EF4-FFF2-40B4-BE49-F238E27FC236}">
                <a16:creationId xmlns:a16="http://schemas.microsoft.com/office/drawing/2014/main" id="{8ABE92F9-C528-4C8D-97FA-8B6A95640716}"/>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D1FFC779-BAD3-47B4-ACF6-12B5DC3BE175}"/>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999388A3-3710-4E27-9F84-428143A7B954}"/>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08</a:t>
            </a:r>
          </a:p>
        </p:txBody>
      </p:sp>
    </p:spTree>
    <p:extLst>
      <p:ext uri="{BB962C8B-B14F-4D97-AF65-F5344CB8AC3E}">
        <p14:creationId xmlns:p14="http://schemas.microsoft.com/office/powerpoint/2010/main" val="1103348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2026-07-30T16:07:54.2850000Z</dcterms:created>
  <dcterms:modified xsi:type="dcterms:W3CDTF">2026-07-30T16:07:54.2850000Z</dcterms:modified>
</coreProperties>
</file>