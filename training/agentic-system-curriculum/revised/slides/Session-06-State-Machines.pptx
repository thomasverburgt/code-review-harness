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8d4d850ab7489c" /><Relationship Type="http://schemas.openxmlformats.org/officeDocument/2006/relationships/extended-properties" Target="/docProps/app.xml" Id="R8720512ab53646ba" /><Relationship Type="http://schemas.openxmlformats.org/officeDocument/2006/relationships/officeDocument" Target="/ppt/presentation.xml" Id="R28232f5a151947cd" /></Relationships>
</file>

<file path=ppt/presentation.xml><?xml version="1.0" encoding="utf-8"?>
<p:presentation xmlns:p="http://schemas.openxmlformats.org/presentationml/2006/main">
  <p:sldMasterIdLst>
    <p:sldMasterId xmlns:r="http://schemas.openxmlformats.org/officeDocument/2006/relationships" id="2147483648" r:id="R3413d5eb367f4060"/>
  </p:sldMasterIdLst>
  <p:notesMasterIdLst>
    <p:notesMasterId xmlns:r="http://schemas.openxmlformats.org/officeDocument/2006/relationships" r:id="Racefb25b2a8e4aab"/>
  </p:notesMasterIdLst>
  <p:sldIdLst>
    <p:sldId xmlns:r="http://schemas.openxmlformats.org/officeDocument/2006/relationships" id="256" r:id="R03288a5cbbfe4a0c"/>
    <p:sldId xmlns:r="http://schemas.openxmlformats.org/officeDocument/2006/relationships" id="257" r:id="R410354fe27734a6a"/>
    <p:sldId xmlns:r="http://schemas.openxmlformats.org/officeDocument/2006/relationships" id="258" r:id="R65760d8c0a7741a4"/>
    <p:sldId xmlns:r="http://schemas.openxmlformats.org/officeDocument/2006/relationships" id="259" r:id="R35c25444846d41fe"/>
    <p:sldId xmlns:r="http://schemas.openxmlformats.org/officeDocument/2006/relationships" id="260" r:id="R6ed51c6ee1eb436e"/>
    <p:sldId xmlns:r="http://schemas.openxmlformats.org/officeDocument/2006/relationships" id="261" r:id="R8c10b1acd1af4c26"/>
    <p:sldId xmlns:r="http://schemas.openxmlformats.org/officeDocument/2006/relationships" id="262" r:id="Rb799b55f11c84e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38f4641964456b" /><Relationship Type="http://schemas.openxmlformats.org/officeDocument/2006/relationships/slideMaster" Target="/ppt/slideMasters/slideMaster1.xml" Id="R3413d5eb367f4060" /><Relationship Type="http://schemas.openxmlformats.org/officeDocument/2006/relationships/notesMaster" Target="/ppt/notesMasters/notesMaster1.xml" Id="Racefb25b2a8e4aab" /><Relationship Type="http://schemas.openxmlformats.org/officeDocument/2006/relationships/presProps" Target="/ppt/presProps.xml" Id="R781d58425fd640f6" /><Relationship Type="http://schemas.openxmlformats.org/officeDocument/2006/relationships/tableStyles" Target="/ppt/tableStyles.xml" Id="Re3d1b93fa85a45cf" /><Relationship Type="http://schemas.openxmlformats.org/officeDocument/2006/relationships/slide" Target="/ppt/slides/slide1.xml" Id="R03288a5cbbfe4a0c" /><Relationship Type="http://schemas.openxmlformats.org/officeDocument/2006/relationships/slide" Target="/ppt/slides/slide2.xml" Id="R410354fe27734a6a" /><Relationship Type="http://schemas.openxmlformats.org/officeDocument/2006/relationships/slide" Target="/ppt/slides/slide3.xml" Id="R65760d8c0a7741a4" /><Relationship Type="http://schemas.openxmlformats.org/officeDocument/2006/relationships/slide" Target="/ppt/slides/slide4.xml" Id="R35c25444846d41fe" /><Relationship Type="http://schemas.openxmlformats.org/officeDocument/2006/relationships/slide" Target="/ppt/slides/slide5.xml" Id="R6ed51c6ee1eb436e" /><Relationship Type="http://schemas.openxmlformats.org/officeDocument/2006/relationships/slide" Target="/ppt/slides/slide6.xml" Id="R8c10b1acd1af4c26" /><Relationship Type="http://schemas.openxmlformats.org/officeDocument/2006/relationships/slide" Target="/ppt/slides/slide7.xml" Id="Rb799b55f11c84e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62e2ef06b44b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dbf110d21c4b2f" /><Relationship Type="http://schemas.openxmlformats.org/officeDocument/2006/relationships/notesMaster" Target="/ppt/notesMasters/notesMaster1.xml" Id="R8380ff703e3447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2579cef8724232" /><Relationship Type="http://schemas.openxmlformats.org/officeDocument/2006/relationships/notesMaster" Target="/ppt/notesMasters/notesMaster1.xml" Id="R7c2790133cc941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b09ea8016a4a4d" /><Relationship Type="http://schemas.openxmlformats.org/officeDocument/2006/relationships/notesMaster" Target="/ppt/notesMasters/notesMaster1.xml" Id="R154b3d4bb8684e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c077fdc4ec4114" /><Relationship Type="http://schemas.openxmlformats.org/officeDocument/2006/relationships/notesMaster" Target="/ppt/notesMasters/notesMaster1.xml" Id="Ra2b19254e5b94b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0d4ec2c64c492c" /><Relationship Type="http://schemas.openxmlformats.org/officeDocument/2006/relationships/notesMaster" Target="/ppt/notesMasters/notesMaster1.xml" Id="Rcc29cf70be2b43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c286aff69bf41f2" /><Relationship Type="http://schemas.openxmlformats.org/officeDocument/2006/relationships/notesMaster" Target="/ppt/notesMasters/notesMaster1.xml" Id="R54e362f0f4ac4a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3266df738e4735" /><Relationship Type="http://schemas.openxmlformats.org/officeDocument/2006/relationships/notesMaster" Target="/ppt/notesMasters/notesMaster1.xml" Id="R86b76b2225324f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orchestration/workflow-model.md; contracts/universal-agent-contract.md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9417f6471c4c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94a4bdd5b8462f" /><Relationship Type="http://schemas.openxmlformats.org/officeDocument/2006/relationships/slideLayout" Target="/ppt/slideLayouts/slideLayout1.xml" Id="R99f220a19c1c4f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f220a19c1c4f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9239de988b74a0a" /><Relationship Type="http://schemas.openxmlformats.org/officeDocument/2006/relationships/notesSlide" Target="/ppt/notesSlides/notesSlide1.xml" Id="R036bf83290b543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942bd5c52f465f" /><Relationship Type="http://schemas.openxmlformats.org/officeDocument/2006/relationships/notesSlide" Target="/ppt/notesSlides/notesSlide2.xml" Id="R54e36d724d964bf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59dbdb016e489f" /><Relationship Type="http://schemas.openxmlformats.org/officeDocument/2006/relationships/notesSlide" Target="/ppt/notesSlides/notesSlide3.xml" Id="R37a5da3e9cbd44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a64e574d6f48e1" /><Relationship Type="http://schemas.openxmlformats.org/officeDocument/2006/relationships/notesSlide" Target="/ppt/notesSlides/notesSlide4.xml" Id="Rf523cfa1cbd641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5c84be60184c2e" /><Relationship Type="http://schemas.openxmlformats.org/officeDocument/2006/relationships/notesSlide" Target="/ppt/notesSlides/notesSlide5.xml" Id="Rbd5f2501af0c4a9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72209b205c4f12" /><Relationship Type="http://schemas.openxmlformats.org/officeDocument/2006/relationships/notesSlide" Target="/ppt/notesSlides/notesSlide6.xml" Id="R2a0a138adfd24f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c4f0a224f104e55" /><Relationship Type="http://schemas.openxmlformats.org/officeDocument/2006/relationships/notesSlide" Target="/ppt/notesSlides/notesSlide7.xml" Id="Rf96a06e8bbf146d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CCB7FC-5618-4975-A6A2-2C338E148906}"/>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F194677E-4EC1-42A5-A225-E1DE2A5FEB13}"/>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D00F6B4D-3BDA-4649-9E11-F85334615377}"/>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06</a:t>
            </a:r>
          </a:p>
        </p:txBody>
      </p:sp>
      <p:sp>
        <p:nvSpPr>
          <p:cNvPr id="4" name="">
            <a:extLst xmlns:a="http://schemas.openxmlformats.org/drawingml/2006/main">
              <a:ext uri="{FF2B5EF4-FFF2-40B4-BE49-F238E27FC236}">
                <a16:creationId xmlns:a16="http://schemas.microsoft.com/office/drawing/2014/main" id="{B36B04B3-30CF-4A09-A363-E18A51E5F546}"/>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State Machines: Making Work Observable</a:t>
            </a:r>
          </a:p>
        </p:txBody>
      </p:sp>
      <p:sp>
        <p:nvSpPr>
          <p:cNvPr id="5" name="">
            <a:extLst xmlns:a="http://schemas.openxmlformats.org/drawingml/2006/main">
              <a:ext uri="{FF2B5EF4-FFF2-40B4-BE49-F238E27FC236}">
                <a16:creationId xmlns:a16="http://schemas.microsoft.com/office/drawing/2014/main" id="{B4B8A89D-2CFD-4F17-9870-EB9F44F87283}"/>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What exactly must be true before work advances?</a:t>
            </a:r>
          </a:p>
        </p:txBody>
      </p:sp>
      <p:sp>
        <p:nvSpPr>
          <p:cNvPr id="6" name="">
            <a:extLst xmlns:a="http://schemas.openxmlformats.org/drawingml/2006/main">
              <a:ext uri="{FF2B5EF4-FFF2-40B4-BE49-F238E27FC236}">
                <a16:creationId xmlns:a16="http://schemas.microsoft.com/office/drawing/2014/main" id="{DC7DCE4F-A9B1-42A7-9B16-30D68C5FC41B}"/>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B8C25FF-96F2-4A7D-8310-C3D3828833E6}"/>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06</a:t>
            </a:r>
          </a:p>
        </p:txBody>
      </p:sp>
      <p:sp>
        <p:nvSpPr>
          <p:cNvPr id="8" name="">
            <a:extLst xmlns:a="http://schemas.openxmlformats.org/drawingml/2006/main">
              <a:ext uri="{FF2B5EF4-FFF2-40B4-BE49-F238E27FC236}">
                <a16:creationId xmlns:a16="http://schemas.microsoft.com/office/drawing/2014/main" id="{32A64948-573C-45FF-AED6-991801CCA2EF}"/>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65B3C6A6-56A8-44C4-8747-3C0BF9EE5E95}"/>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4321906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DE0794D-B7D4-4E53-BD5C-83FADD32734C}"/>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6 OUTCOMES</a:t>
            </a:r>
          </a:p>
        </p:txBody>
      </p:sp>
      <p:sp>
        <p:nvSpPr>
          <p:cNvPr id="2" name="">
            <a:extLst xmlns:a="http://schemas.openxmlformats.org/drawingml/2006/main">
              <a:ext uri="{FF2B5EF4-FFF2-40B4-BE49-F238E27FC236}">
                <a16:creationId xmlns:a16="http://schemas.microsoft.com/office/drawing/2014/main" id="{6B98688E-BC35-48C8-A598-5F145A9A1D6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9F229F3F-FD80-44AE-98E5-12CD5DF30EFC}"/>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627F82BB-47BA-47CF-85A4-245C33490561}"/>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EF2A90DD-3BF6-4624-87AE-4ADEE04B384C}"/>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Model states, events, transitions, and guards</a:t>
            </a:r>
          </a:p>
        </p:txBody>
      </p:sp>
      <p:sp>
        <p:nvSpPr>
          <p:cNvPr id="6" name="">
            <a:extLst xmlns:a="http://schemas.openxmlformats.org/drawingml/2006/main">
              <a:ext uri="{FF2B5EF4-FFF2-40B4-BE49-F238E27FC236}">
                <a16:creationId xmlns:a16="http://schemas.microsoft.com/office/drawing/2014/main" id="{36B6BA47-0B79-495D-8B33-42D2DC9A797C}"/>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564D055-C565-433E-9AF3-8F970135CB24}"/>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612A3A10-7872-44BE-9700-3C60DC6F01BF}"/>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Distinguish incomplete input, failure, and supersession</a:t>
            </a:r>
          </a:p>
        </p:txBody>
      </p:sp>
      <p:sp>
        <p:nvSpPr>
          <p:cNvPr id="9" name="">
            <a:extLst xmlns:a="http://schemas.openxmlformats.org/drawingml/2006/main">
              <a:ext uri="{FF2B5EF4-FFF2-40B4-BE49-F238E27FC236}">
                <a16:creationId xmlns:a16="http://schemas.microsoft.com/office/drawing/2014/main" id="{0B5729B7-3E40-4773-8F0E-BA737DAC1443}"/>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2B38C48-231B-4C2E-8692-632D14D949D4}"/>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F55FB1E3-661B-4E50-806F-AC4514FF335F}"/>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Design deterministic transitions</a:t>
            </a:r>
          </a:p>
        </p:txBody>
      </p:sp>
      <p:sp>
        <p:nvSpPr>
          <p:cNvPr id="12" name="">
            <a:extLst xmlns:a="http://schemas.openxmlformats.org/drawingml/2006/main">
              <a:ext uri="{FF2B5EF4-FFF2-40B4-BE49-F238E27FC236}">
                <a16:creationId xmlns:a16="http://schemas.microsoft.com/office/drawing/2014/main" id="{086271A4-B202-4C63-8BCA-C5AE36875679}"/>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FECE8578-C1AF-4B3D-A9E0-001B68D31302}"/>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DAB6F6AC-BB82-4624-8D64-0359ECB223DA}"/>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66AE94D1-5DCF-46E6-8BA4-EEFF76A85725}"/>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7F2CEF19-02E4-4DD7-9C4C-F4E7D46F53A8}"/>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1952E881-8BE2-4887-B95E-2ADDE503A0E2}"/>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710B0780-8509-4CE4-9A26-E6F305B974AE}"/>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016F20E8-E22C-4DDD-BEB5-CF024C138A66}"/>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DFAF4B42-0571-4CB0-8AF5-0A937DDA690F}"/>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3DFB5BA3-E019-4429-B3E3-9FB0965EE498}"/>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0EB172D0-C410-47B8-B27E-BEFD266E609F}"/>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AC56BF9A-E71E-4B1F-BFB6-A268B27B1487}"/>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A51AA847-2871-49A0-BC9D-68E2C5DEF123}"/>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AF621DD3-DE71-4455-AE55-8B6B970EADFA}"/>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B70E6ADE-DE7F-4144-A6FB-C46BE23C7C04}"/>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2636F3BD-6E59-423D-A756-70FAA6C7D264}"/>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ED3D1F08-FDF2-43A8-8089-523D51343D7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B0C30317-9395-4C79-AE24-325810E8E988}"/>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30" name="">
            <a:extLst xmlns:a="http://schemas.openxmlformats.org/drawingml/2006/main">
              <a:ext uri="{FF2B5EF4-FFF2-40B4-BE49-F238E27FC236}">
                <a16:creationId xmlns:a16="http://schemas.microsoft.com/office/drawing/2014/main" id="{3AE6D9A1-A42E-493B-94E9-8A4EE1D0118A}"/>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99502876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89E71D4-0BEA-4575-8F30-3F394585655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FE3E25C0-99B4-4B3E-B56F-6236A1E7FC99}"/>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00CB29C0-F29D-49DC-B4EF-42C42291ED2B}"/>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E5A5848-792A-468B-BD30-D84E330F306E}"/>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STATE</a:t>
            </a:r>
          </a:p>
        </p:txBody>
      </p:sp>
      <p:sp>
        <p:nvSpPr>
          <p:cNvPr id="5" name="">
            <a:extLst xmlns:a="http://schemas.openxmlformats.org/drawingml/2006/main">
              <a:ext uri="{FF2B5EF4-FFF2-40B4-BE49-F238E27FC236}">
                <a16:creationId xmlns:a16="http://schemas.microsoft.com/office/drawing/2014/main" id="{AAB74028-FD54-403B-91D5-9130F46060F2}"/>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Durable execution condition</a:t>
            </a:r>
          </a:p>
        </p:txBody>
      </p:sp>
      <p:sp>
        <p:nvSpPr>
          <p:cNvPr id="6" name="">
            <a:extLst xmlns:a="http://schemas.openxmlformats.org/drawingml/2006/main">
              <a:ext uri="{FF2B5EF4-FFF2-40B4-BE49-F238E27FC236}">
                <a16:creationId xmlns:a16="http://schemas.microsoft.com/office/drawing/2014/main" id="{DC02959C-14C5-4C40-8D4B-416C94DD837D}"/>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1768E4B-D1AC-4157-872E-482D7A1E1A89}"/>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EVENT</a:t>
            </a:r>
          </a:p>
        </p:txBody>
      </p:sp>
      <p:sp>
        <p:nvSpPr>
          <p:cNvPr id="8" name="">
            <a:extLst xmlns:a="http://schemas.openxmlformats.org/drawingml/2006/main">
              <a:ext uri="{FF2B5EF4-FFF2-40B4-BE49-F238E27FC236}">
                <a16:creationId xmlns:a16="http://schemas.microsoft.com/office/drawing/2014/main" id="{B28C3C6D-3093-43F6-BFAB-52C0F2471591}"/>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Transition request</a:t>
            </a:r>
          </a:p>
        </p:txBody>
      </p:sp>
      <p:sp>
        <p:nvSpPr>
          <p:cNvPr id="9" name="">
            <a:extLst xmlns:a="http://schemas.openxmlformats.org/drawingml/2006/main">
              <a:ext uri="{FF2B5EF4-FFF2-40B4-BE49-F238E27FC236}">
                <a16:creationId xmlns:a16="http://schemas.microsoft.com/office/drawing/2014/main" id="{829946FD-DFAC-42D8-80BA-D1B247347DC0}"/>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881B602-5B6F-4464-8442-A31DB209A3AA}"/>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GUARD</a:t>
            </a:r>
          </a:p>
        </p:txBody>
      </p:sp>
      <p:sp>
        <p:nvSpPr>
          <p:cNvPr id="11" name="">
            <a:extLst xmlns:a="http://schemas.openxmlformats.org/drawingml/2006/main">
              <a:ext uri="{FF2B5EF4-FFF2-40B4-BE49-F238E27FC236}">
                <a16:creationId xmlns:a16="http://schemas.microsoft.com/office/drawing/2014/main" id="{C364014E-2744-4C47-AC46-A6CC1A952549}"/>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Required predicate</a:t>
            </a:r>
          </a:p>
        </p:txBody>
      </p:sp>
      <p:sp>
        <p:nvSpPr>
          <p:cNvPr id="12" name="">
            <a:extLst xmlns:a="http://schemas.openxmlformats.org/drawingml/2006/main">
              <a:ext uri="{FF2B5EF4-FFF2-40B4-BE49-F238E27FC236}">
                <a16:creationId xmlns:a16="http://schemas.microsoft.com/office/drawing/2014/main" id="{610C2324-B9C6-4365-ABB9-3401A292EAEB}"/>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DB063D6-F136-4D55-874D-AB5D01F2ABC9}"/>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TERMINAL</a:t>
            </a:r>
          </a:p>
        </p:txBody>
      </p:sp>
      <p:sp>
        <p:nvSpPr>
          <p:cNvPr id="14" name="">
            <a:extLst xmlns:a="http://schemas.openxmlformats.org/drawingml/2006/main">
              <a:ext uri="{FF2B5EF4-FFF2-40B4-BE49-F238E27FC236}">
                <a16:creationId xmlns:a16="http://schemas.microsoft.com/office/drawing/2014/main" id="{7B7F7AD4-55DA-49A2-BB3E-39C572373BB2}"/>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Validated or stopped</a:t>
            </a:r>
          </a:p>
        </p:txBody>
      </p:sp>
      <p:sp>
        <p:nvSpPr>
          <p:cNvPr id="15" name="">
            <a:extLst xmlns:a="http://schemas.openxmlformats.org/drawingml/2006/main">
              <a:ext uri="{FF2B5EF4-FFF2-40B4-BE49-F238E27FC236}">
                <a16:creationId xmlns:a16="http://schemas.microsoft.com/office/drawing/2014/main" id="{D7C026BB-B3EC-44F8-B171-5F0F232EE2F2}"/>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AE1CA20A-5F65-4322-95D2-2C36CD5409D9}"/>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5F1DD84E-E8AB-45CD-B1D3-64E9824D3EEE}"/>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3C82E765-F559-41A5-84E2-E6812E9EF112}"/>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8DF4543C-1B36-4E26-B127-3B17B6E94568}"/>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D81BB00B-F1F2-4E4B-A8B5-0E688C07D56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1" name="">
            <a:extLst xmlns:a="http://schemas.openxmlformats.org/drawingml/2006/main">
              <a:ext uri="{FF2B5EF4-FFF2-40B4-BE49-F238E27FC236}">
                <a16:creationId xmlns:a16="http://schemas.microsoft.com/office/drawing/2014/main" id="{5A875342-B266-432B-9049-7CEF67AC666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62069737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603C791-B270-4C52-AB13-75719E00B286}"/>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EE65C813-29DA-4FA5-96CD-3FEC3BE8A379}"/>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9E8998EB-BB60-4805-BAD0-485C15B79122}"/>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5FEE98D-7FA9-44D8-B993-5AB695CAC078}"/>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AE83A22C-7A6A-4476-9713-350A7B6F38A6}"/>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registered</a:t>
            </a:r>
          </a:p>
        </p:txBody>
      </p:sp>
      <p:sp>
        <p:nvSpPr>
          <p:cNvPr id="6" name="">
            <a:extLst xmlns:a="http://schemas.openxmlformats.org/drawingml/2006/main">
              <a:ext uri="{FF2B5EF4-FFF2-40B4-BE49-F238E27FC236}">
                <a16:creationId xmlns:a16="http://schemas.microsoft.com/office/drawing/2014/main" id="{D624902D-60C6-46EB-8F74-C70FEA2AA2C3}"/>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DD0C5064-9F18-468B-8855-E03A1E308067}"/>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78027BBB-24C0-424B-A8E8-7439A6368049}"/>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0D0A9976-95B2-4E4B-A5E6-204ED9437749}"/>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EA9E6F74-A3F0-4C14-85ED-F4F07831EC94}"/>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ready</a:t>
            </a:r>
          </a:p>
        </p:txBody>
      </p:sp>
      <p:sp>
        <p:nvSpPr>
          <p:cNvPr id="11" name="">
            <a:extLst xmlns:a="http://schemas.openxmlformats.org/drawingml/2006/main">
              <a:ext uri="{FF2B5EF4-FFF2-40B4-BE49-F238E27FC236}">
                <a16:creationId xmlns:a16="http://schemas.microsoft.com/office/drawing/2014/main" id="{455A3752-5273-4613-AB45-913C50AB4E16}"/>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C235AB7D-50C3-4F7A-8C32-DED323B7F88D}"/>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89F6E6DB-8288-4D4A-8456-FBB68CAD14F5}"/>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A983A05D-E8DF-4F49-9A54-D5176C6B9E47}"/>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FDC0323B-6435-4C9F-8ABF-11D904F36895}"/>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running</a:t>
            </a:r>
          </a:p>
        </p:txBody>
      </p:sp>
      <p:sp>
        <p:nvSpPr>
          <p:cNvPr id="16" name="">
            <a:extLst xmlns:a="http://schemas.openxmlformats.org/drawingml/2006/main">
              <a:ext uri="{FF2B5EF4-FFF2-40B4-BE49-F238E27FC236}">
                <a16:creationId xmlns:a16="http://schemas.microsoft.com/office/drawing/2014/main" id="{1F3693F6-D3BF-4A19-8863-25091D6F8CD1}"/>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9C32EEB3-58DD-49F3-BC40-B390F2E0E80C}"/>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2FA5D01C-EA9F-426C-8AF3-09A7B6D9828B}"/>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F7DFCD0E-CF1A-43CC-8165-F7C2A4398575}"/>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CA66ECA8-67DA-4CC4-B36C-B79F874773BD}"/>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validated</a:t>
            </a:r>
          </a:p>
        </p:txBody>
      </p:sp>
      <p:sp>
        <p:nvSpPr>
          <p:cNvPr id="21" name="">
            <a:extLst xmlns:a="http://schemas.openxmlformats.org/drawingml/2006/main">
              <a:ext uri="{FF2B5EF4-FFF2-40B4-BE49-F238E27FC236}">
                <a16:creationId xmlns:a16="http://schemas.microsoft.com/office/drawing/2014/main" id="{1C54DA26-7638-48AF-A834-13C401C2752C}"/>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8D86868F-83D0-4C15-95CA-33F46B39DCCA}"/>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B6C26198-53A0-4113-AEC1-CBBD857B377C}"/>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D1FD721D-F1D1-4DC0-A3C4-7954B2DD23AD}"/>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512EE961-E593-4EB5-98C3-433AE338C84E}"/>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routed</a:t>
            </a:r>
          </a:p>
        </p:txBody>
      </p:sp>
      <p:sp>
        <p:nvSpPr>
          <p:cNvPr id="26" name="">
            <a:extLst xmlns:a="http://schemas.openxmlformats.org/drawingml/2006/main">
              <a:ext uri="{FF2B5EF4-FFF2-40B4-BE49-F238E27FC236}">
                <a16:creationId xmlns:a16="http://schemas.microsoft.com/office/drawing/2014/main" id="{C18E54A0-A532-4E2B-8E48-55F6F19551CB}"/>
              </a:ext>
            </a:extLst>
          </p:cNvPr>
          <p:cNvSpPr>
            <a:spLocks xmlns:a="http://schemas.openxmlformats.org/drawingml/2006/main" noGrp="1"/>
          </p:cNvSpPr>
          <p:nvPr/>
        </p:nvSpPr>
        <p:spPr>
          <a:xfrm xmlns:a="http://schemas.openxmlformats.org/drawingml/2006/main">
            <a:off x="1333500" y="4476750"/>
            <a:ext cx="9525000" cy="666750"/>
          </a:xfrm>
          <a:prstGeom xmlns:a="http://schemas.openxmlformats.org/drawingml/2006/main" prst="rect">
            <a:avLst/>
          </a:prstGeom>
          <a:solidFill xmlns:a="http://schemas.openxmlformats.org/drawingml/2006/main">
            <a:srgbClr val="FBEAEC"/>
          </a:solidFill>
          <a:ln xmlns:a="http://schemas.openxmlformats.org/drawingml/2006/main" w="0">
            <a:noFill/>
            <a:prstDash val="solid"/>
          </a:ln>
        </p:spPr>
        <p:txBody>
          <a:bodyPr xmlns:a="http://schemas.openxmlformats.org/drawingml/2006/main" lIns="152400" tIns="152400" rIns="152400" bIns="114300" anchor="t">
            <a:normAutofit fontScale="100000"/>
          </a:bodyPr>
          <a:lstStyle xmlns:a="http://schemas.openxmlformats.org/drawingml/2006/main"/>
          <a:p xmlns:a="http://schemas.openxmlformats.org/drawingml/2006/main">
            <a:pPr algn="ctr">
              <a:defRPr sz="1650" b="1">
                <a:solidFill>
                  <a:srgbClr val="1F4D78"/>
                </a:solidFill>
                <a:latin typeface="Aptos"/>
                <a:ea typeface="Aptos"/>
                <a:cs typeface="Aptos"/>
              </a:defRPr>
            </a:pPr>
            <a:r>
              <a:rPr sz="1650" b="1">
                <a:solidFill>
                  <a:srgbClr val="1F4D78"/>
                </a:solidFill>
                <a:latin typeface="Aptos"/>
                <a:ea typeface="Aptos"/>
                <a:cs typeface="Aptos"/>
              </a:rPr>
              <a:t>Failure branches: incomplete_input  •  failed  •  superseded</a:t>
            </a:r>
          </a:p>
        </p:txBody>
      </p:sp>
      <p:sp>
        <p:nvSpPr>
          <p:cNvPr id="27" name="">
            <a:extLst xmlns:a="http://schemas.openxmlformats.org/drawingml/2006/main">
              <a:ext uri="{FF2B5EF4-FFF2-40B4-BE49-F238E27FC236}">
                <a16:creationId xmlns:a16="http://schemas.microsoft.com/office/drawing/2014/main" id="{3CB0AD02-0AFC-4818-BB6D-6BF745C680C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C1E0D7BA-FB55-4325-86FD-CC6F98D471DA}"/>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9" name="">
            <a:extLst xmlns:a="http://schemas.openxmlformats.org/drawingml/2006/main">
              <a:ext uri="{FF2B5EF4-FFF2-40B4-BE49-F238E27FC236}">
                <a16:creationId xmlns:a16="http://schemas.microsoft.com/office/drawing/2014/main" id="{7E0F265C-648D-45B5-8695-49A1C532701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0677369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54B9F52-5360-431D-92BF-2EC90324FD5F}"/>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23E0DA8D-1DBE-4AA6-850B-9E5EDE09A11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D66178CA-E1DE-4561-9615-D6BBD5417B81}"/>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019609BB-E79F-4A63-9E37-620094A1EA95}"/>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0FBDF219-1C1D-44C2-AB41-3864BB0B9149}"/>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Run a tabletop execution; transition only when every guard passes.</a:t>
            </a:r>
          </a:p>
        </p:txBody>
      </p:sp>
      <p:sp>
        <p:nvSpPr>
          <p:cNvPr id="6" name="">
            <a:extLst xmlns:a="http://schemas.openxmlformats.org/drawingml/2006/main">
              <a:ext uri="{FF2B5EF4-FFF2-40B4-BE49-F238E27FC236}">
                <a16:creationId xmlns:a16="http://schemas.microsoft.com/office/drawing/2014/main" id="{65E461B9-C333-42CC-9EF2-DA758563543A}"/>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B602019-FFDB-4589-9B13-98B9AAF983E8}"/>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83235643-B729-49B4-95B9-AB6CCDCFFD03}"/>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Draw event</a:t>
            </a:r>
          </a:p>
        </p:txBody>
      </p:sp>
      <p:sp>
        <p:nvSpPr>
          <p:cNvPr id="9" name="">
            <a:extLst xmlns:a="http://schemas.openxmlformats.org/drawingml/2006/main">
              <a:ext uri="{FF2B5EF4-FFF2-40B4-BE49-F238E27FC236}">
                <a16:creationId xmlns:a16="http://schemas.microsoft.com/office/drawing/2014/main" id="{2EBB3D52-7811-4682-92E1-8933CB32027C}"/>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60E33DF5-7448-4A0C-A5AC-32DE14D7548F}"/>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722CE323-847C-48B5-8E01-B0431BE29B58}"/>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Evaluate guard</a:t>
            </a:r>
          </a:p>
        </p:txBody>
      </p:sp>
      <p:sp>
        <p:nvSpPr>
          <p:cNvPr id="12" name="">
            <a:extLst xmlns:a="http://schemas.openxmlformats.org/drawingml/2006/main">
              <a:ext uri="{FF2B5EF4-FFF2-40B4-BE49-F238E27FC236}">
                <a16:creationId xmlns:a16="http://schemas.microsoft.com/office/drawing/2014/main" id="{5B866E04-F69A-4C78-88FB-12E4428B5FFE}"/>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64B9E875-9F71-4D17-92B4-C9AC1AD46249}"/>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85A2960C-99E4-4484-BF5E-237003FCA18C}"/>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Log transition</a:t>
            </a:r>
          </a:p>
        </p:txBody>
      </p:sp>
      <p:sp>
        <p:nvSpPr>
          <p:cNvPr id="15" name="">
            <a:extLst xmlns:a="http://schemas.openxmlformats.org/drawingml/2006/main">
              <a:ext uri="{FF2B5EF4-FFF2-40B4-BE49-F238E27FC236}">
                <a16:creationId xmlns:a16="http://schemas.microsoft.com/office/drawing/2014/main" id="{016680D1-29BA-4EB2-8EC5-5157F21FCFE2}"/>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EF6A9E19-A72C-4F96-9966-712F23EE3D6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7ED12C94-0535-4C60-86CA-B3EB0C686C6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18" name="">
            <a:extLst xmlns:a="http://schemas.openxmlformats.org/drawingml/2006/main">
              <a:ext uri="{FF2B5EF4-FFF2-40B4-BE49-F238E27FC236}">
                <a16:creationId xmlns:a16="http://schemas.microsoft.com/office/drawing/2014/main" id="{B547AFD9-C324-4C61-9240-01204635CD5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3754762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7075CA9-8BF1-403E-AD95-D21AB831096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3F898B9B-CCA9-48CF-9DB0-A6458987750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97E26C7F-EBAA-4380-8540-36D506F3D78C}"/>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Specify safe incomplete-input behavior with no guessing.</a:t>
            </a:r>
          </a:p>
        </p:txBody>
      </p:sp>
      <p:sp>
        <p:nvSpPr>
          <p:cNvPr id="4" name="">
            <a:extLst xmlns:a="http://schemas.openxmlformats.org/drawingml/2006/main">
              <a:ext uri="{FF2B5EF4-FFF2-40B4-BE49-F238E27FC236}">
                <a16:creationId xmlns:a16="http://schemas.microsoft.com/office/drawing/2014/main" id="{304D9C5D-E286-4D22-B35F-961909E0C7EA}"/>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EBCC30F1-D596-4E84-9232-23E7D9CF6D99}"/>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07C1390C-E6D3-4188-B5FD-9853ACDA64CE}"/>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Ready guard</a:t>
            </a:r>
          </a:p>
        </p:txBody>
      </p:sp>
      <p:sp>
        <p:nvSpPr>
          <p:cNvPr id="7" name="">
            <a:extLst xmlns:a="http://schemas.openxmlformats.org/drawingml/2006/main">
              <a:ext uri="{FF2B5EF4-FFF2-40B4-BE49-F238E27FC236}">
                <a16:creationId xmlns:a16="http://schemas.microsoft.com/office/drawing/2014/main" id="{33BF5D88-11E2-4FED-A560-64829D37ED5E}"/>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F3403102-9177-4102-BCF4-F66816AC61DC}"/>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659BC334-72AB-44F8-B51F-CB4E2B6AC4A8}"/>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Missing evidence</a:t>
            </a:r>
          </a:p>
        </p:txBody>
      </p:sp>
      <p:sp>
        <p:nvSpPr>
          <p:cNvPr id="10" name="">
            <a:extLst xmlns:a="http://schemas.openxmlformats.org/drawingml/2006/main">
              <a:ext uri="{FF2B5EF4-FFF2-40B4-BE49-F238E27FC236}">
                <a16:creationId xmlns:a16="http://schemas.microsoft.com/office/drawing/2014/main" id="{47A7C887-0441-4E71-A8BC-47A54B802397}"/>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C2C5764E-4481-43D4-B48D-B280438C6644}"/>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3BBB5D61-ABBE-48A6-BE11-C122519E83C0}"/>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State output</a:t>
            </a:r>
          </a:p>
        </p:txBody>
      </p:sp>
      <p:sp>
        <p:nvSpPr>
          <p:cNvPr id="13" name="">
            <a:extLst xmlns:a="http://schemas.openxmlformats.org/drawingml/2006/main">
              <a:ext uri="{FF2B5EF4-FFF2-40B4-BE49-F238E27FC236}">
                <a16:creationId xmlns:a16="http://schemas.microsoft.com/office/drawing/2014/main" id="{8324CA9D-33D3-4B9E-8AB2-6A7B9BFA7AC8}"/>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FE967685-E763-442F-AFD3-24F873673360}"/>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32A71227-0FAB-4B18-AEF8-670C8736EA56}"/>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Retry rule</a:t>
            </a:r>
          </a:p>
        </p:txBody>
      </p:sp>
      <p:sp>
        <p:nvSpPr>
          <p:cNvPr id="16" name="">
            <a:extLst xmlns:a="http://schemas.openxmlformats.org/drawingml/2006/main">
              <a:ext uri="{FF2B5EF4-FFF2-40B4-BE49-F238E27FC236}">
                <a16:creationId xmlns:a16="http://schemas.microsoft.com/office/drawing/2014/main" id="{C0F2061F-66B4-42D0-9EAA-8A595CC3B5A3}"/>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2C26B1B6-F573-46D9-8027-44EC5500574D}"/>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8E778AB0-672C-4287-9290-D137B70BD605}"/>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Failure reason</a:t>
            </a:r>
          </a:p>
        </p:txBody>
      </p:sp>
      <p:sp>
        <p:nvSpPr>
          <p:cNvPr id="19" name="">
            <a:extLst xmlns:a="http://schemas.openxmlformats.org/drawingml/2006/main">
              <a:ext uri="{FF2B5EF4-FFF2-40B4-BE49-F238E27FC236}">
                <a16:creationId xmlns:a16="http://schemas.microsoft.com/office/drawing/2014/main" id="{B23F6EF7-2B7F-40CA-A173-3F1DE02531AE}"/>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AC4FA879-9A5B-4CA4-B882-B6C85810260B}"/>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21E1C07D-646B-4C8A-B554-FECA61CFF4BA}"/>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Next action</a:t>
            </a:r>
          </a:p>
        </p:txBody>
      </p:sp>
      <p:sp>
        <p:nvSpPr>
          <p:cNvPr id="22" name="">
            <a:extLst xmlns:a="http://schemas.openxmlformats.org/drawingml/2006/main">
              <a:ext uri="{FF2B5EF4-FFF2-40B4-BE49-F238E27FC236}">
                <a16:creationId xmlns:a16="http://schemas.microsoft.com/office/drawing/2014/main" id="{F6D6BBCC-302F-4F3E-81D9-A15CB2202EE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37CACEEA-29CD-456E-B7E3-A5658971CAC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06  •  CODE REVIEW HARNESS</a:t>
            </a:r>
          </a:p>
        </p:txBody>
      </p:sp>
      <p:sp>
        <p:nvSpPr>
          <p:cNvPr id="24" name="">
            <a:extLst xmlns:a="http://schemas.openxmlformats.org/drawingml/2006/main">
              <a:ext uri="{FF2B5EF4-FFF2-40B4-BE49-F238E27FC236}">
                <a16:creationId xmlns:a16="http://schemas.microsoft.com/office/drawing/2014/main" id="{20198D2C-784C-43EE-87F7-5B8E8E16D90F}"/>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1621789469"/>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7D36DB-7A54-4A50-8EFF-2C25A9317B04}"/>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06  •  EXIT TICKET</a:t>
            </a:r>
          </a:p>
        </p:txBody>
      </p:sp>
      <p:sp>
        <p:nvSpPr>
          <p:cNvPr id="2" name="">
            <a:extLst xmlns:a="http://schemas.openxmlformats.org/drawingml/2006/main">
              <a:ext uri="{FF2B5EF4-FFF2-40B4-BE49-F238E27FC236}">
                <a16:creationId xmlns:a16="http://schemas.microsoft.com/office/drawing/2014/main" id="{28AC29C0-A8AD-4A92-8B1A-61412F2BBC37}"/>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Explain the difference between an event and a guard, then model two failure paths.</a:t>
            </a:r>
          </a:p>
        </p:txBody>
      </p:sp>
      <p:sp>
        <p:nvSpPr>
          <p:cNvPr id="3" name="">
            <a:extLst xmlns:a="http://schemas.openxmlformats.org/drawingml/2006/main">
              <a:ext uri="{FF2B5EF4-FFF2-40B4-BE49-F238E27FC236}">
                <a16:creationId xmlns:a16="http://schemas.microsoft.com/office/drawing/2014/main" id="{D4CD316B-30B2-4C03-9254-4A81AE45BD57}"/>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C8033BF7-6DDB-4B79-86CD-FAE8155C2DCD}"/>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034F0499-95D6-48C2-8316-9338F9E7F10C}"/>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07</a:t>
            </a:r>
          </a:p>
        </p:txBody>
      </p:sp>
    </p:spTree>
    <p:extLst>
      <p:ext uri="{BB962C8B-B14F-4D97-AF65-F5344CB8AC3E}">
        <p14:creationId xmlns:p14="http://schemas.microsoft.com/office/powerpoint/2010/main" val="18442175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2026-07-30T16:07:50.5680000Z</dcterms:created>
  <dcterms:modified xsi:type="dcterms:W3CDTF">2026-07-30T16:07:50.5680000Z</dcterms:modified>
</coreProperties>
</file>