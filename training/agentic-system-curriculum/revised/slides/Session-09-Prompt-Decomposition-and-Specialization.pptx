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9ab8de135f469b" /><Relationship Type="http://schemas.openxmlformats.org/officeDocument/2006/relationships/extended-properties" Target="/docProps/app.xml" Id="R8504eee1411b4b97" /><Relationship Type="http://schemas.openxmlformats.org/officeDocument/2006/relationships/officeDocument" Target="/ppt/presentation.xml" Id="Rbc27bc69de944fb6" /></Relationships>
</file>

<file path=ppt/presentation.xml><?xml version="1.0" encoding="utf-8"?>
<p:presentation xmlns:p="http://schemas.openxmlformats.org/presentationml/2006/main">
  <p:sldMasterIdLst>
    <p:sldMasterId xmlns:r="http://schemas.openxmlformats.org/officeDocument/2006/relationships" id="2147483648" r:id="R6b9a5e206c8e42d4"/>
  </p:sldMasterIdLst>
  <p:notesMasterIdLst>
    <p:notesMasterId xmlns:r="http://schemas.openxmlformats.org/officeDocument/2006/relationships" r:id="R3251977a622e4d1d"/>
  </p:notesMasterIdLst>
  <p:sldIdLst>
    <p:sldId xmlns:r="http://schemas.openxmlformats.org/officeDocument/2006/relationships" id="256" r:id="R2c6d2ca1bf9b43ca"/>
    <p:sldId xmlns:r="http://schemas.openxmlformats.org/officeDocument/2006/relationships" id="257" r:id="R14f45ef092ed4f1e"/>
    <p:sldId xmlns:r="http://schemas.openxmlformats.org/officeDocument/2006/relationships" id="258" r:id="R0315744b61e84ee7"/>
    <p:sldId xmlns:r="http://schemas.openxmlformats.org/officeDocument/2006/relationships" id="259" r:id="R9109143d51914c5b"/>
    <p:sldId xmlns:r="http://schemas.openxmlformats.org/officeDocument/2006/relationships" id="260" r:id="R6a0fa50849fe45aa"/>
    <p:sldId xmlns:r="http://schemas.openxmlformats.org/officeDocument/2006/relationships" id="261" r:id="Rb4a632ff5d684456"/>
    <p:sldId xmlns:r="http://schemas.openxmlformats.org/officeDocument/2006/relationships" id="262" r:id="R3e46cf0001c94b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acaff3f5b274777" /><Relationship Type="http://schemas.openxmlformats.org/officeDocument/2006/relationships/slideMaster" Target="/ppt/slideMasters/slideMaster1.xml" Id="R6b9a5e206c8e42d4" /><Relationship Type="http://schemas.openxmlformats.org/officeDocument/2006/relationships/notesMaster" Target="/ppt/notesMasters/notesMaster1.xml" Id="R3251977a622e4d1d" /><Relationship Type="http://schemas.openxmlformats.org/officeDocument/2006/relationships/presProps" Target="/ppt/presProps.xml" Id="R481b74ca7edf4f60" /><Relationship Type="http://schemas.openxmlformats.org/officeDocument/2006/relationships/tableStyles" Target="/ppt/tableStyles.xml" Id="Rc6cab281f19a4eaa" /><Relationship Type="http://schemas.openxmlformats.org/officeDocument/2006/relationships/slide" Target="/ppt/slides/slide1.xml" Id="R2c6d2ca1bf9b43ca" /><Relationship Type="http://schemas.openxmlformats.org/officeDocument/2006/relationships/slide" Target="/ppt/slides/slide2.xml" Id="R14f45ef092ed4f1e" /><Relationship Type="http://schemas.openxmlformats.org/officeDocument/2006/relationships/slide" Target="/ppt/slides/slide3.xml" Id="R0315744b61e84ee7" /><Relationship Type="http://schemas.openxmlformats.org/officeDocument/2006/relationships/slide" Target="/ppt/slides/slide4.xml" Id="R9109143d51914c5b" /><Relationship Type="http://schemas.openxmlformats.org/officeDocument/2006/relationships/slide" Target="/ppt/slides/slide5.xml" Id="R6a0fa50849fe45aa" /><Relationship Type="http://schemas.openxmlformats.org/officeDocument/2006/relationships/slide" Target="/ppt/slides/slide6.xml" Id="Rb4a632ff5d684456" /><Relationship Type="http://schemas.openxmlformats.org/officeDocument/2006/relationships/slide" Target="/ppt/slides/slide7.xml" Id="R3e46cf0001c94b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3b7871890c42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f2b0fa1201475d" /><Relationship Type="http://schemas.openxmlformats.org/officeDocument/2006/relationships/notesMaster" Target="/ppt/notesMasters/notesMaster1.xml" Id="R745cd58869b644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1b0e5a0e8d4f71" /><Relationship Type="http://schemas.openxmlformats.org/officeDocument/2006/relationships/notesMaster" Target="/ppt/notesMasters/notesMaster1.xml" Id="R3bae383ed15949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65127bf15f4ab0" /><Relationship Type="http://schemas.openxmlformats.org/officeDocument/2006/relationships/notesMaster" Target="/ppt/notesMasters/notesMaster1.xml" Id="R1a3dfee90fe14e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899716fca243f1" /><Relationship Type="http://schemas.openxmlformats.org/officeDocument/2006/relationships/notesMaster" Target="/ppt/notesMasters/notesMaster1.xml" Id="Rebc891f17b0f40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389c546d354a7f" /><Relationship Type="http://schemas.openxmlformats.org/officeDocument/2006/relationships/notesMaster" Target="/ppt/notesMasters/notesMaster1.xml" Id="R56f13ef753fd4f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4ece80595e4170" /><Relationship Type="http://schemas.openxmlformats.org/officeDocument/2006/relationships/notesMaster" Target="/ppt/notesMasters/notesMaster1.xml" Id="Re7aa4266f7f34d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0f1264c5494a33" /><Relationship Type="http://schemas.openxmlformats.org/officeDocument/2006/relationships/notesMaster" Target="/ppt/notesMasters/notesMaster1.xml" Id="R2b86bfa12ade46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agents/hierarchical-agent-architecture.md; contracts/contract-dependency-graph.md; contracts/enterprise-synthesis-contract.md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agents/hierarchical-agent-architecture.md; contracts/contract-dependency-graph.md; contracts/enterprise-synthesis-contract.md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agents/hierarchical-agent-architecture.md; contracts/contract-dependency-graph.md; contracts/enterprise-synthesis-contract.md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agents/hierarchical-agent-architecture.md; contracts/contract-dependency-graph.md; contracts/enterprise-synthesis-contract.md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agents/hierarchical-agent-architecture.md; contracts/contract-dependency-graph.md; contracts/enterprise-synthesis-contract.md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agents/hierarchical-agent-architecture.md; contracts/contract-dependency-graph.md; contracts/enterprise-synthesis-contract.md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agents/hierarchical-agent-architecture.md; contracts/contract-dependency-graph.md; contracts/enterprise-synthesis-contract.md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99c0f666d74d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a62b87343a478c" /><Relationship Type="http://schemas.openxmlformats.org/officeDocument/2006/relationships/slideLayout" Target="/ppt/slideLayouts/slideLayout1.xml" Id="R9047a8c740434c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47a8c740434c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55b50c62e4748a6" /><Relationship Type="http://schemas.openxmlformats.org/officeDocument/2006/relationships/notesSlide" Target="/ppt/notesSlides/notesSlide1.xml" Id="Re95cff9ad90c48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cbf8a1077d04c8e" /><Relationship Type="http://schemas.openxmlformats.org/officeDocument/2006/relationships/notesSlide" Target="/ppt/notesSlides/notesSlide2.xml" Id="Rfaca2189709340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6627b91eb56401d" /><Relationship Type="http://schemas.openxmlformats.org/officeDocument/2006/relationships/notesSlide" Target="/ppt/notesSlides/notesSlide3.xml" Id="R23100e5b29594a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899cbbca1914ec9" /><Relationship Type="http://schemas.openxmlformats.org/officeDocument/2006/relationships/notesSlide" Target="/ppt/notesSlides/notesSlide4.xml" Id="Re7e87ab15bf949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fa95d7b9cf4480e" /><Relationship Type="http://schemas.openxmlformats.org/officeDocument/2006/relationships/notesSlide" Target="/ppt/notesSlides/notesSlide5.xml" Id="R937e8d1874c44a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0a2b4faab804c68" /><Relationship Type="http://schemas.openxmlformats.org/officeDocument/2006/relationships/notesSlide" Target="/ppt/notesSlides/notesSlide6.xml" Id="R43f33f95c1584b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66a9bd9d0a4b08" /><Relationship Type="http://schemas.openxmlformats.org/officeDocument/2006/relationships/notesSlide" Target="/ppt/notesSlides/notesSlide7.xml" Id="R549c8a80e3c443c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08F93B1-E38C-4F30-913D-B2D91E4C7EB6}"/>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36B53D5D-B9B7-42E5-8383-C85BE5D149F3}"/>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63761B07-AC92-4779-8CF4-DE1E0FBEEBDB}"/>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09</a:t>
            </a:r>
          </a:p>
        </p:txBody>
      </p:sp>
      <p:sp>
        <p:nvSpPr>
          <p:cNvPr id="4" name="">
            <a:extLst xmlns:a="http://schemas.openxmlformats.org/drawingml/2006/main">
              <a:ext uri="{FF2B5EF4-FFF2-40B4-BE49-F238E27FC236}">
                <a16:creationId xmlns:a16="http://schemas.microsoft.com/office/drawing/2014/main" id="{258B2E3C-6B95-42C0-8819-8578DF37CBD1}"/>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Prompt Decomposition and Specialization</a:t>
            </a:r>
          </a:p>
        </p:txBody>
      </p:sp>
      <p:sp>
        <p:nvSpPr>
          <p:cNvPr id="5" name="">
            <a:extLst xmlns:a="http://schemas.openxmlformats.org/drawingml/2006/main">
              <a:ext uri="{FF2B5EF4-FFF2-40B4-BE49-F238E27FC236}">
                <a16:creationId xmlns:a16="http://schemas.microsoft.com/office/drawing/2014/main" id="{AB02BC50-C8AD-4D8E-B0DA-2884772415B0}"/>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How do we keep 55 prompts coherent without making them identical?</a:t>
            </a:r>
          </a:p>
        </p:txBody>
      </p:sp>
      <p:sp>
        <p:nvSpPr>
          <p:cNvPr id="6" name="">
            <a:extLst xmlns:a="http://schemas.openxmlformats.org/drawingml/2006/main">
              <a:ext uri="{FF2B5EF4-FFF2-40B4-BE49-F238E27FC236}">
                <a16:creationId xmlns:a16="http://schemas.microsoft.com/office/drawing/2014/main" id="{03A8C3F6-997C-47D5-BA3F-C55078B32172}"/>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48182740-07BC-42B3-8A58-EA37146A196A}"/>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09</a:t>
            </a:r>
          </a:p>
        </p:txBody>
      </p:sp>
      <p:sp>
        <p:nvSpPr>
          <p:cNvPr id="8" name="">
            <a:extLst xmlns:a="http://schemas.openxmlformats.org/drawingml/2006/main">
              <a:ext uri="{FF2B5EF4-FFF2-40B4-BE49-F238E27FC236}">
                <a16:creationId xmlns:a16="http://schemas.microsoft.com/office/drawing/2014/main" id="{CF9615DF-9AFB-490D-B6B0-3EAE28C0DF59}"/>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1131550E-CAC9-44EA-B037-2A5E5DD3B27B}"/>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7527680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BF70920-C2E4-456B-8FD0-C3D30AFD0F69}"/>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9 OUTCOMES</a:t>
            </a:r>
          </a:p>
        </p:txBody>
      </p:sp>
      <p:sp>
        <p:nvSpPr>
          <p:cNvPr id="2" name="">
            <a:extLst xmlns:a="http://schemas.openxmlformats.org/drawingml/2006/main">
              <a:ext uri="{FF2B5EF4-FFF2-40B4-BE49-F238E27FC236}">
                <a16:creationId xmlns:a16="http://schemas.microsoft.com/office/drawing/2014/main" id="{FEFD6117-C913-4E95-AB46-3F971A069E81}"/>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A7C8FFF2-0CF5-45B3-92CE-275DEE36B969}"/>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A4B73B5A-7B8D-4D8C-B95D-071BD9328E97}"/>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D7F712EE-08D5-4216-A769-B018886272F2}"/>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Separate shared modules from specialization</a:t>
            </a:r>
          </a:p>
        </p:txBody>
      </p:sp>
      <p:sp>
        <p:nvSpPr>
          <p:cNvPr id="6" name="">
            <a:extLst xmlns:a="http://schemas.openxmlformats.org/drawingml/2006/main">
              <a:ext uri="{FF2B5EF4-FFF2-40B4-BE49-F238E27FC236}">
                <a16:creationId xmlns:a16="http://schemas.microsoft.com/office/drawing/2014/main" id="{0F8A8858-BEED-4ED5-A843-B2A37136D6F4}"/>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5F0664FF-39E6-42AB-9489-F97C9B7FD54B}"/>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3204A514-282C-4580-BBF7-7038BF25D3F3}"/>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Define exclusions and consumers</a:t>
            </a:r>
          </a:p>
        </p:txBody>
      </p:sp>
      <p:sp>
        <p:nvSpPr>
          <p:cNvPr id="9" name="">
            <a:extLst xmlns:a="http://schemas.openxmlformats.org/drawingml/2006/main">
              <a:ext uri="{FF2B5EF4-FFF2-40B4-BE49-F238E27FC236}">
                <a16:creationId xmlns:a16="http://schemas.microsoft.com/office/drawing/2014/main" id="{F6FE99B4-53AB-4298-8BBE-039BDC1D575C}"/>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5B8600D9-B468-4481-8499-D775D1530D65}"/>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E131BAE7-23D1-4B91-8802-EBE02647BFAC}"/>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Preserve disagreement during synthesis</a:t>
            </a:r>
          </a:p>
        </p:txBody>
      </p:sp>
      <p:sp>
        <p:nvSpPr>
          <p:cNvPr id="12" name="">
            <a:extLst xmlns:a="http://schemas.openxmlformats.org/drawingml/2006/main">
              <a:ext uri="{FF2B5EF4-FFF2-40B4-BE49-F238E27FC236}">
                <a16:creationId xmlns:a16="http://schemas.microsoft.com/office/drawing/2014/main" id="{D8DB6FF9-D6C7-478C-A5D4-F1ACF64CE29F}"/>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5C9216B0-01AD-44DE-9106-C9635A07045C}"/>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FA7D32F7-7F3C-4D37-B9E6-C361DF710ECB}"/>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BBF2D699-DD7E-49A6-BF97-10D978F1075E}"/>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47AB504C-73DB-4D62-A6B5-CB1A4E7173C4}"/>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70E1B4DD-231D-49DD-B285-EFF45A08BFF3}"/>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B2C3653D-E44A-4FF2-9483-449816A12312}"/>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C2C81BA4-E3F8-42CF-AC6E-26DAF732059E}"/>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A6371742-5D64-467C-A748-2A70876CFDC6}"/>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94682974-C448-4E87-A7C5-336D81B159A3}"/>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A5FD6A01-BA19-43A0-9416-139C7284D44D}"/>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F4DEA76E-B4C9-4834-8783-8D930C9CD30E}"/>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A18B8393-4BC5-457E-8CCB-BE1E48F1AFAB}"/>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26D075DB-45CD-4A13-A263-E794FEB8BCE4}"/>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70BECEF7-1316-4B29-96A7-974299CD8A85}"/>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B612266B-3652-410F-B5EB-A474FAA25925}"/>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A43ABD54-D6A7-445A-A873-D4E1C58DBAC8}"/>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50DB9C81-59F8-4F2A-8448-C4BF6520AC0B}"/>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09  •  CODE REVIEW HARNESS</a:t>
            </a:r>
          </a:p>
        </p:txBody>
      </p:sp>
      <p:sp>
        <p:nvSpPr>
          <p:cNvPr id="30" name="">
            <a:extLst xmlns:a="http://schemas.openxmlformats.org/drawingml/2006/main">
              <a:ext uri="{FF2B5EF4-FFF2-40B4-BE49-F238E27FC236}">
                <a16:creationId xmlns:a16="http://schemas.microsoft.com/office/drawing/2014/main" id="{C9A9404C-55FC-4442-8881-B98AE0F645CE}"/>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5865015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B615839-D1BF-4238-8E9B-DB120DDA077E}"/>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7E9519B1-7399-43B5-977F-A0EFAF6F32A0}"/>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D524ED18-E938-494E-B82A-8FD1352639DD}"/>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DB1BD355-5D4B-4A87-885A-12D8F5E6015F}"/>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SHARED MODULE</a:t>
            </a:r>
          </a:p>
        </p:txBody>
      </p:sp>
      <p:sp>
        <p:nvSpPr>
          <p:cNvPr id="5" name="">
            <a:extLst xmlns:a="http://schemas.openxmlformats.org/drawingml/2006/main">
              <a:ext uri="{FF2B5EF4-FFF2-40B4-BE49-F238E27FC236}">
                <a16:creationId xmlns:a16="http://schemas.microsoft.com/office/drawing/2014/main" id="{2E0FA71B-BE46-4A53-9C94-0C04D86897AA}"/>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Evidence + authority rules</a:t>
            </a:r>
          </a:p>
        </p:txBody>
      </p:sp>
      <p:sp>
        <p:nvSpPr>
          <p:cNvPr id="6" name="">
            <a:extLst xmlns:a="http://schemas.openxmlformats.org/drawingml/2006/main">
              <a:ext uri="{FF2B5EF4-FFF2-40B4-BE49-F238E27FC236}">
                <a16:creationId xmlns:a16="http://schemas.microsoft.com/office/drawing/2014/main" id="{9F929CE1-F1DF-4497-9EAB-947192A25123}"/>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89C634A1-5C2F-432D-89F1-13D527C50029}"/>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SPECIALIZATION</a:t>
            </a:r>
          </a:p>
        </p:txBody>
      </p:sp>
      <p:sp>
        <p:nvSpPr>
          <p:cNvPr id="8" name="">
            <a:extLst xmlns:a="http://schemas.openxmlformats.org/drawingml/2006/main">
              <a:ext uri="{FF2B5EF4-FFF2-40B4-BE49-F238E27FC236}">
                <a16:creationId xmlns:a16="http://schemas.microsoft.com/office/drawing/2014/main" id="{BF081E0F-5937-4791-BA2A-2789CD70BD02}"/>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Domain criteria + tools</a:t>
            </a:r>
          </a:p>
        </p:txBody>
      </p:sp>
      <p:sp>
        <p:nvSpPr>
          <p:cNvPr id="9" name="">
            <a:extLst xmlns:a="http://schemas.openxmlformats.org/drawingml/2006/main">
              <a:ext uri="{FF2B5EF4-FFF2-40B4-BE49-F238E27FC236}">
                <a16:creationId xmlns:a16="http://schemas.microsoft.com/office/drawing/2014/main" id="{31DAC018-3718-4666-AA9D-E1FB6B4EDF95}"/>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7037DBC4-46C1-493F-9F6B-B6585564410C}"/>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SYNTHESIS</a:t>
            </a:r>
          </a:p>
        </p:txBody>
      </p:sp>
      <p:sp>
        <p:nvSpPr>
          <p:cNvPr id="11" name="">
            <a:extLst xmlns:a="http://schemas.openxmlformats.org/drawingml/2006/main">
              <a:ext uri="{FF2B5EF4-FFF2-40B4-BE49-F238E27FC236}">
                <a16:creationId xmlns:a16="http://schemas.microsoft.com/office/drawing/2014/main" id="{CB25339E-D80B-4A27-B777-60F91BF4E383}"/>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Correlation, not invention</a:t>
            </a:r>
          </a:p>
        </p:txBody>
      </p:sp>
      <p:sp>
        <p:nvSpPr>
          <p:cNvPr id="12" name="">
            <a:extLst xmlns:a="http://schemas.openxmlformats.org/drawingml/2006/main">
              <a:ext uri="{FF2B5EF4-FFF2-40B4-BE49-F238E27FC236}">
                <a16:creationId xmlns:a16="http://schemas.microsoft.com/office/drawing/2014/main" id="{C91A54DA-FE03-40AE-B3C8-F19F8D5F81B6}"/>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1BAD1445-E52F-4DEA-8B21-48408C72271C}"/>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CONSUMER FIT</a:t>
            </a:r>
          </a:p>
        </p:txBody>
      </p:sp>
      <p:sp>
        <p:nvSpPr>
          <p:cNvPr id="14" name="">
            <a:extLst xmlns:a="http://schemas.openxmlformats.org/drawingml/2006/main">
              <a:ext uri="{FF2B5EF4-FFF2-40B4-BE49-F238E27FC236}">
                <a16:creationId xmlns:a16="http://schemas.microsoft.com/office/drawing/2014/main" id="{E24EFF1F-8501-40B6-AC73-13E231941BD0}"/>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Right semantics downstream</a:t>
            </a:r>
          </a:p>
        </p:txBody>
      </p:sp>
      <p:sp>
        <p:nvSpPr>
          <p:cNvPr id="15" name="">
            <a:extLst xmlns:a="http://schemas.openxmlformats.org/drawingml/2006/main">
              <a:ext uri="{FF2B5EF4-FFF2-40B4-BE49-F238E27FC236}">
                <a16:creationId xmlns:a16="http://schemas.microsoft.com/office/drawing/2014/main" id="{A998A5AD-23AF-486F-89E2-6A380F01C995}"/>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B88B9CB1-C4C9-4E21-9267-7B84DD3B47E7}"/>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9A4339B1-6386-4C8C-9080-A016F6A1C646}"/>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1EBB1E85-FBF1-4CCC-8CB7-9F9EFDEFDACB}"/>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25386A2A-9A3B-4C75-80EE-BA7EBD56580A}"/>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481975FF-3B31-4451-8808-0432E7C384CF}"/>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09  •  CODE REVIEW HARNESS</a:t>
            </a:r>
          </a:p>
        </p:txBody>
      </p:sp>
      <p:sp>
        <p:nvSpPr>
          <p:cNvPr id="21" name="">
            <a:extLst xmlns:a="http://schemas.openxmlformats.org/drawingml/2006/main">
              <a:ext uri="{FF2B5EF4-FFF2-40B4-BE49-F238E27FC236}">
                <a16:creationId xmlns:a16="http://schemas.microsoft.com/office/drawing/2014/main" id="{D1574491-73E3-4783-8A50-FD5DB8849582}"/>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9400997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9922EA5-65DD-4DE1-B185-82F6B3751BD2}"/>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2B609FB2-A04E-4683-98F2-5E47E6E75F5E}"/>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3CC61218-6F85-4D52-8727-2AD5062C414C}"/>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1BF4C461-8AD0-4FD8-B8D0-7E25E2E750A8}"/>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4E58E983-74CD-4344-81CA-2BDFF63FE821}"/>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Universal module</a:t>
            </a:r>
          </a:p>
        </p:txBody>
      </p:sp>
      <p:sp>
        <p:nvSpPr>
          <p:cNvPr id="6" name="">
            <a:extLst xmlns:a="http://schemas.openxmlformats.org/drawingml/2006/main">
              <a:ext uri="{FF2B5EF4-FFF2-40B4-BE49-F238E27FC236}">
                <a16:creationId xmlns:a16="http://schemas.microsoft.com/office/drawing/2014/main" id="{69D37C38-7FDE-44F3-93C0-B106E5981E23}"/>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CD60FF6F-8734-4453-8FC1-5E56952C406B}"/>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B47F4BAF-A3FD-475E-B819-91D424FC2F38}"/>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D9A2F4A1-0543-480A-8A60-7BA4A7D55435}"/>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6C12ACE0-8D1E-478B-B08E-48B1B6DD8B0A}"/>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Layer module</a:t>
            </a:r>
          </a:p>
        </p:txBody>
      </p:sp>
      <p:sp>
        <p:nvSpPr>
          <p:cNvPr id="11" name="">
            <a:extLst xmlns:a="http://schemas.openxmlformats.org/drawingml/2006/main">
              <a:ext uri="{FF2B5EF4-FFF2-40B4-BE49-F238E27FC236}">
                <a16:creationId xmlns:a16="http://schemas.microsoft.com/office/drawing/2014/main" id="{D1E176B8-F031-4266-A31D-4D9E49545F65}"/>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0A9B661F-9AE6-425B-A0F5-A68A9726A24F}"/>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91DD00E7-0EBD-4125-BC15-7B0805EBE9FE}"/>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4D441D54-F997-4C86-A940-0A4D67BF049D}"/>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AA9833FD-CE29-4AF6-BC92-DEE02178BD19}"/>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Role block</a:t>
            </a:r>
          </a:p>
        </p:txBody>
      </p:sp>
      <p:sp>
        <p:nvSpPr>
          <p:cNvPr id="16" name="">
            <a:extLst xmlns:a="http://schemas.openxmlformats.org/drawingml/2006/main">
              <a:ext uri="{FF2B5EF4-FFF2-40B4-BE49-F238E27FC236}">
                <a16:creationId xmlns:a16="http://schemas.microsoft.com/office/drawing/2014/main" id="{6CC0FF37-4FE9-4935-B33E-DEDFC1FC55F3}"/>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9A6A916F-505D-4177-8461-F3CD9B82112B}"/>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397CC2A7-0F6B-46B3-9198-FB04CA0D764B}"/>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AB67973D-B47A-471C-B96D-F5CE734A956E}"/>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E7A1DA92-C1E6-475A-8147-E2844B56D5AB}"/>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Runtime context</a:t>
            </a:r>
          </a:p>
        </p:txBody>
      </p:sp>
      <p:sp>
        <p:nvSpPr>
          <p:cNvPr id="21" name="">
            <a:extLst xmlns:a="http://schemas.openxmlformats.org/drawingml/2006/main">
              <a:ext uri="{FF2B5EF4-FFF2-40B4-BE49-F238E27FC236}">
                <a16:creationId xmlns:a16="http://schemas.microsoft.com/office/drawing/2014/main" id="{4A5B8CF6-FBE8-4BE0-A9E3-1AA271AD99BE}"/>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2AB23ABC-C415-4D39-AF6A-F9F803F36F72}"/>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A5526385-F5FD-4CB2-B45A-C04642555802}"/>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7A829992-3CD7-4351-BCF7-7CEE3973A2D8}"/>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56D8B825-C3E2-4D73-9D05-FFAF685BFE0F}"/>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Typed output</a:t>
            </a:r>
          </a:p>
        </p:txBody>
      </p:sp>
      <p:sp>
        <p:nvSpPr>
          <p:cNvPr id="26" name="">
            <a:extLst xmlns:a="http://schemas.openxmlformats.org/drawingml/2006/main">
              <a:ext uri="{FF2B5EF4-FFF2-40B4-BE49-F238E27FC236}">
                <a16:creationId xmlns:a16="http://schemas.microsoft.com/office/drawing/2014/main" id="{7D773BE6-CF92-41BD-89F8-F476FC6AC927}"/>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E1DBDD56-43BA-4940-8341-2AC629D56057}"/>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35DC3E35-A943-4FF4-8F9A-71954FEEC1E4}"/>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09  •  CODE REVIEW HARNESS</a:t>
            </a:r>
          </a:p>
        </p:txBody>
      </p:sp>
      <p:sp>
        <p:nvSpPr>
          <p:cNvPr id="29" name="">
            <a:extLst xmlns:a="http://schemas.openxmlformats.org/drawingml/2006/main">
              <a:ext uri="{FF2B5EF4-FFF2-40B4-BE49-F238E27FC236}">
                <a16:creationId xmlns:a16="http://schemas.microsoft.com/office/drawing/2014/main" id="{8E181A77-DC0F-4D8A-A056-163EF06DEBD3}"/>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20204539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05EFA25-68BB-44B1-AE0B-CFAE10BC5760}"/>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765B969F-AB10-45B3-A51D-4AA9E33DCBC4}"/>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26EE4CD0-48E5-4385-AEAA-71CC58C68269}"/>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A9AA87C2-B67E-4250-A78B-F4A454AC2BF8}"/>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E0661B42-E4DF-4080-A6E8-7A0A76E5AA36}"/>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Draft one prompt per layer, then extract the genuinely reusable clauses.</a:t>
            </a:r>
          </a:p>
        </p:txBody>
      </p:sp>
      <p:sp>
        <p:nvSpPr>
          <p:cNvPr id="6" name="">
            <a:extLst xmlns:a="http://schemas.openxmlformats.org/drawingml/2006/main">
              <a:ext uri="{FF2B5EF4-FFF2-40B4-BE49-F238E27FC236}">
                <a16:creationId xmlns:a16="http://schemas.microsoft.com/office/drawing/2014/main" id="{42C97E6C-0C40-4552-B93A-CCCC51397F89}"/>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9797C112-5229-4C3D-B10D-4DC2AC4AB114}"/>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E006C57A-58B9-4ED8-ABEA-9427E7700252}"/>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Compare drafts</a:t>
            </a:r>
          </a:p>
        </p:txBody>
      </p:sp>
      <p:sp>
        <p:nvSpPr>
          <p:cNvPr id="9" name="">
            <a:extLst xmlns:a="http://schemas.openxmlformats.org/drawingml/2006/main">
              <a:ext uri="{FF2B5EF4-FFF2-40B4-BE49-F238E27FC236}">
                <a16:creationId xmlns:a16="http://schemas.microsoft.com/office/drawing/2014/main" id="{44E9FA17-D6A6-4EB5-90AC-56CD85FE3FA7}"/>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05D904BD-3D44-4AF5-94CF-498AE9A8E08F}"/>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3A7F3DE4-5AB6-49FD-A289-BA86CD968402}"/>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Extract modules</a:t>
            </a:r>
          </a:p>
        </p:txBody>
      </p:sp>
      <p:sp>
        <p:nvSpPr>
          <p:cNvPr id="12" name="">
            <a:extLst xmlns:a="http://schemas.openxmlformats.org/drawingml/2006/main">
              <a:ext uri="{FF2B5EF4-FFF2-40B4-BE49-F238E27FC236}">
                <a16:creationId xmlns:a16="http://schemas.microsoft.com/office/drawing/2014/main" id="{B026A289-E1C6-452D-9540-18C2D8A9147A}"/>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7F7E6C73-3338-485A-ADC2-34CC04F318AB}"/>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40442FCD-51D9-43A0-8B7A-B70CE84EEC87}"/>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Retest boundaries</a:t>
            </a:r>
          </a:p>
        </p:txBody>
      </p:sp>
      <p:sp>
        <p:nvSpPr>
          <p:cNvPr id="15" name="">
            <a:extLst xmlns:a="http://schemas.openxmlformats.org/drawingml/2006/main">
              <a:ext uri="{FF2B5EF4-FFF2-40B4-BE49-F238E27FC236}">
                <a16:creationId xmlns:a16="http://schemas.microsoft.com/office/drawing/2014/main" id="{5F0008EB-6362-4D5C-A972-DAADE4524F27}"/>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7286A737-63C2-45E9-B94A-4CAEE3F69943}"/>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C576EA1F-0D8B-438F-B1B8-B18073E2389E}"/>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09  •  CODE REVIEW HARNESS</a:t>
            </a:r>
          </a:p>
        </p:txBody>
      </p:sp>
      <p:sp>
        <p:nvSpPr>
          <p:cNvPr id="18" name="">
            <a:extLst xmlns:a="http://schemas.openxmlformats.org/drawingml/2006/main">
              <a:ext uri="{FF2B5EF4-FFF2-40B4-BE49-F238E27FC236}">
                <a16:creationId xmlns:a16="http://schemas.microsoft.com/office/drawing/2014/main" id="{D1F102F7-A8D4-46F6-895D-2A750EFDA238}"/>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7738423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29F7B0B-DC31-4CC0-9F35-1C7DBD8E04BB}"/>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CDE76BD4-4077-46AC-AF9C-C01F0072256D}"/>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6174D4CC-7218-46AF-9F34-C53FC42E8AB1}"/>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Write a synthesis clause that preserves source IDs and conflicts.</a:t>
            </a:r>
          </a:p>
        </p:txBody>
      </p:sp>
      <p:sp>
        <p:nvSpPr>
          <p:cNvPr id="4" name="">
            <a:extLst xmlns:a="http://schemas.openxmlformats.org/drawingml/2006/main">
              <a:ext uri="{FF2B5EF4-FFF2-40B4-BE49-F238E27FC236}">
                <a16:creationId xmlns:a16="http://schemas.microsoft.com/office/drawing/2014/main" id="{CE03122D-5C76-41D6-866C-2AAA0CB39E96}"/>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90F6A89F-9FA7-4739-B646-465E8AB80EA4}"/>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22650E0D-8AC2-4823-A6EB-FCC6E75E786A}"/>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Source IDs</a:t>
            </a:r>
          </a:p>
        </p:txBody>
      </p:sp>
      <p:sp>
        <p:nvSpPr>
          <p:cNvPr id="7" name="">
            <a:extLst xmlns:a="http://schemas.openxmlformats.org/drawingml/2006/main">
              <a:ext uri="{FF2B5EF4-FFF2-40B4-BE49-F238E27FC236}">
                <a16:creationId xmlns:a16="http://schemas.microsoft.com/office/drawing/2014/main" id="{CCB3FBBE-5B06-4F75-9361-F2186D51A7FC}"/>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0BD6137C-04A7-4D5D-9398-F8A3B87C9598}"/>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E8C3819E-00C9-46E4-BB5F-BDA90B87C81B}"/>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Coverage</a:t>
            </a:r>
          </a:p>
        </p:txBody>
      </p:sp>
      <p:sp>
        <p:nvSpPr>
          <p:cNvPr id="10" name="">
            <a:extLst xmlns:a="http://schemas.openxmlformats.org/drawingml/2006/main">
              <a:ext uri="{FF2B5EF4-FFF2-40B4-BE49-F238E27FC236}">
                <a16:creationId xmlns:a16="http://schemas.microsoft.com/office/drawing/2014/main" id="{B070D469-2C23-4A05-974E-5E76CE8549C4}"/>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526EA46D-ABA2-4FBE-A5AF-58CE787334F9}"/>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31C2E432-D725-466C-8C7A-74C54A06FB48}"/>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Disagreement</a:t>
            </a:r>
          </a:p>
        </p:txBody>
      </p:sp>
      <p:sp>
        <p:nvSpPr>
          <p:cNvPr id="13" name="">
            <a:extLst xmlns:a="http://schemas.openxmlformats.org/drawingml/2006/main">
              <a:ext uri="{FF2B5EF4-FFF2-40B4-BE49-F238E27FC236}">
                <a16:creationId xmlns:a16="http://schemas.microsoft.com/office/drawing/2014/main" id="{D395902E-2335-42D0-B40E-BAEE53F064D6}"/>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A0AEEE2E-2A87-448D-85B0-54E762AFB4DA}"/>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B33AFB19-1372-46F6-8435-0C499F8C7D9D}"/>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No overrule</a:t>
            </a:r>
          </a:p>
        </p:txBody>
      </p:sp>
      <p:sp>
        <p:nvSpPr>
          <p:cNvPr id="16" name="">
            <a:extLst xmlns:a="http://schemas.openxmlformats.org/drawingml/2006/main">
              <a:ext uri="{FF2B5EF4-FFF2-40B4-BE49-F238E27FC236}">
                <a16:creationId xmlns:a16="http://schemas.microsoft.com/office/drawing/2014/main" id="{70F37BF2-0A1D-4FC2-B133-ADE831E3DFA4}"/>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819C2C1C-6901-4464-B447-2DF33784AB9E}"/>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1A31241E-C336-458E-9E9C-7CF9F322AE6F}"/>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Confidence</a:t>
            </a:r>
          </a:p>
        </p:txBody>
      </p:sp>
      <p:sp>
        <p:nvSpPr>
          <p:cNvPr id="19" name="">
            <a:extLst xmlns:a="http://schemas.openxmlformats.org/drawingml/2006/main">
              <a:ext uri="{FF2B5EF4-FFF2-40B4-BE49-F238E27FC236}">
                <a16:creationId xmlns:a16="http://schemas.microsoft.com/office/drawing/2014/main" id="{1BB1C2E8-E1AF-4C12-8FBD-3661BCEC4BF9}"/>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4715B5F6-E88C-4554-BB0A-5A6492EC7714}"/>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BF3E11BB-6AE6-4F32-9542-05A2B64ECF87}"/>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Decision request</a:t>
            </a:r>
          </a:p>
        </p:txBody>
      </p:sp>
      <p:sp>
        <p:nvSpPr>
          <p:cNvPr id="22" name="">
            <a:extLst xmlns:a="http://schemas.openxmlformats.org/drawingml/2006/main">
              <a:ext uri="{FF2B5EF4-FFF2-40B4-BE49-F238E27FC236}">
                <a16:creationId xmlns:a16="http://schemas.microsoft.com/office/drawing/2014/main" id="{BFA768C0-C1CB-4C43-9280-57085B2539B4}"/>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986D281B-F905-4442-99FB-872852040CEB}"/>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09  •  CODE REVIEW HARNESS</a:t>
            </a:r>
          </a:p>
        </p:txBody>
      </p:sp>
      <p:sp>
        <p:nvSpPr>
          <p:cNvPr id="24" name="">
            <a:extLst xmlns:a="http://schemas.openxmlformats.org/drawingml/2006/main">
              <a:ext uri="{FF2B5EF4-FFF2-40B4-BE49-F238E27FC236}">
                <a16:creationId xmlns:a16="http://schemas.microsoft.com/office/drawing/2014/main" id="{DC7809CB-512C-4A7C-BE10-C6D081B8672A}"/>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934974793"/>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35D582-7C06-43D2-9F6A-DC59479276A4}"/>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09  •  EXIT TICKET</a:t>
            </a:r>
          </a:p>
        </p:txBody>
      </p:sp>
      <p:sp>
        <p:nvSpPr>
          <p:cNvPr id="2" name="">
            <a:extLst xmlns:a="http://schemas.openxmlformats.org/drawingml/2006/main">
              <a:ext uri="{FF2B5EF4-FFF2-40B4-BE49-F238E27FC236}">
                <a16:creationId xmlns:a16="http://schemas.microsoft.com/office/drawing/2014/main" id="{94AE5619-195C-4828-B8DB-82CD6A1AC86A}"/>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Move one duplicated policy clause into a shared module without erasing role boundaries.</a:t>
            </a:r>
          </a:p>
        </p:txBody>
      </p:sp>
      <p:sp>
        <p:nvSpPr>
          <p:cNvPr id="3" name="">
            <a:extLst xmlns:a="http://schemas.openxmlformats.org/drawingml/2006/main">
              <a:ext uri="{FF2B5EF4-FFF2-40B4-BE49-F238E27FC236}">
                <a16:creationId xmlns:a16="http://schemas.microsoft.com/office/drawing/2014/main" id="{DB5C191B-2978-44E4-A85A-E9CE748A3E16}"/>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4FD75413-2DD5-4324-8F21-310A16CAF96D}"/>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EF1218E1-AFAA-4E93-A157-45D3F65A8248}"/>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10</a:t>
            </a:r>
          </a:p>
        </p:txBody>
      </p:sp>
    </p:spTree>
    <p:extLst>
      <p:ext uri="{BB962C8B-B14F-4D97-AF65-F5344CB8AC3E}">
        <p14:creationId xmlns:p14="http://schemas.microsoft.com/office/powerpoint/2010/main" val="11247834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2026-07-30T16:08:00.0850000Z</dcterms:created>
  <dcterms:modified xsi:type="dcterms:W3CDTF">2026-07-30T16:08:00.0850000Z</dcterms:modified>
</coreProperties>
</file>