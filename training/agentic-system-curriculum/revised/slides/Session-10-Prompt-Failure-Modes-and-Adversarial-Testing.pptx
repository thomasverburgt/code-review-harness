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f6e1bfcc4242e0" /><Relationship Type="http://schemas.openxmlformats.org/officeDocument/2006/relationships/extended-properties" Target="/docProps/app.xml" Id="R3c50a3567a244f93" /><Relationship Type="http://schemas.openxmlformats.org/officeDocument/2006/relationships/officeDocument" Target="/ppt/presentation.xml" Id="R8623e50ab6094e43" /></Relationships>
</file>

<file path=ppt/presentation.xml><?xml version="1.0" encoding="utf-8"?>
<p:presentation xmlns:p="http://schemas.openxmlformats.org/presentationml/2006/main">
  <p:sldMasterIdLst>
    <p:sldMasterId xmlns:r="http://schemas.openxmlformats.org/officeDocument/2006/relationships" id="2147483648" r:id="Rd4c8824e182f43f3"/>
  </p:sldMasterIdLst>
  <p:notesMasterIdLst>
    <p:notesMasterId xmlns:r="http://schemas.openxmlformats.org/officeDocument/2006/relationships" r:id="Rbd1b4d99b6f84c61"/>
  </p:notesMasterIdLst>
  <p:sldIdLst>
    <p:sldId xmlns:r="http://schemas.openxmlformats.org/officeDocument/2006/relationships" id="256" r:id="R04563960e34542fa"/>
    <p:sldId xmlns:r="http://schemas.openxmlformats.org/officeDocument/2006/relationships" id="257" r:id="R592d8b2ea7654bf1"/>
    <p:sldId xmlns:r="http://schemas.openxmlformats.org/officeDocument/2006/relationships" id="258" r:id="Rc43d6e73f9a3486e"/>
    <p:sldId xmlns:r="http://schemas.openxmlformats.org/officeDocument/2006/relationships" id="259" r:id="R95446dd2bd35416c"/>
    <p:sldId xmlns:r="http://schemas.openxmlformats.org/officeDocument/2006/relationships" id="260" r:id="R838f56af66294402"/>
    <p:sldId xmlns:r="http://schemas.openxmlformats.org/officeDocument/2006/relationships" id="261" r:id="R1c2bb4a47e3a424c"/>
    <p:sldId xmlns:r="http://schemas.openxmlformats.org/officeDocument/2006/relationships" id="262" r:id="R66470a9901e340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55f422457f4aab" /><Relationship Type="http://schemas.openxmlformats.org/officeDocument/2006/relationships/slideMaster" Target="/ppt/slideMasters/slideMaster1.xml" Id="Rd4c8824e182f43f3" /><Relationship Type="http://schemas.openxmlformats.org/officeDocument/2006/relationships/notesMaster" Target="/ppt/notesMasters/notesMaster1.xml" Id="Rbd1b4d99b6f84c61" /><Relationship Type="http://schemas.openxmlformats.org/officeDocument/2006/relationships/presProps" Target="/ppt/presProps.xml" Id="R4bc779fcfb4343bf" /><Relationship Type="http://schemas.openxmlformats.org/officeDocument/2006/relationships/tableStyles" Target="/ppt/tableStyles.xml" Id="R32b3a93dafff44f7" /><Relationship Type="http://schemas.openxmlformats.org/officeDocument/2006/relationships/slide" Target="/ppt/slides/slide1.xml" Id="R04563960e34542fa" /><Relationship Type="http://schemas.openxmlformats.org/officeDocument/2006/relationships/slide" Target="/ppt/slides/slide2.xml" Id="R592d8b2ea7654bf1" /><Relationship Type="http://schemas.openxmlformats.org/officeDocument/2006/relationships/slide" Target="/ppt/slides/slide3.xml" Id="Rc43d6e73f9a3486e" /><Relationship Type="http://schemas.openxmlformats.org/officeDocument/2006/relationships/slide" Target="/ppt/slides/slide4.xml" Id="R95446dd2bd35416c" /><Relationship Type="http://schemas.openxmlformats.org/officeDocument/2006/relationships/slide" Target="/ppt/slides/slide5.xml" Id="R838f56af66294402" /><Relationship Type="http://schemas.openxmlformats.org/officeDocument/2006/relationships/slide" Target="/ppt/slides/slide6.xml" Id="R1c2bb4a47e3a424c" /><Relationship Type="http://schemas.openxmlformats.org/officeDocument/2006/relationships/slide" Target="/ppt/slides/slide7.xml" Id="R66470a9901e340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acd5e600a94d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aff9ddeb984ebd" /><Relationship Type="http://schemas.openxmlformats.org/officeDocument/2006/relationships/notesMaster" Target="/ppt/notesMasters/notesMaster1.xml" Id="R5a308824ab0046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bdde6ff44f4b80" /><Relationship Type="http://schemas.openxmlformats.org/officeDocument/2006/relationships/notesMaster" Target="/ppt/notesMasters/notesMaster1.xml" Id="R48c1dc5d7c484a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dd2f75f26247bf" /><Relationship Type="http://schemas.openxmlformats.org/officeDocument/2006/relationships/notesMaster" Target="/ppt/notesMasters/notesMaster1.xml" Id="R128a27363ffd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24051e9d084739" /><Relationship Type="http://schemas.openxmlformats.org/officeDocument/2006/relationships/notesMaster" Target="/ppt/notesMasters/notesMaster1.xml" Id="R158591256bdd4a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9a6605fd4d44d8" /><Relationship Type="http://schemas.openxmlformats.org/officeDocument/2006/relationships/notesMaster" Target="/ppt/notesMasters/notesMaster1.xml" Id="R57e3b9449a2b40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b8652ff05c431d" /><Relationship Type="http://schemas.openxmlformats.org/officeDocument/2006/relationships/notesMaster" Target="/ppt/notesMasters/notesMaster1.xml" Id="Rf9b8f3b48881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7faf5dfa744f30" /><Relationship Type="http://schemas.openxmlformats.org/officeDocument/2006/relationships/notesMaster" Target="/ppt/notesMasters/notesMaster1.xml" Id="Rc224d1fd1f974a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4ce555f2ae46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c2c2ca205c4552" /><Relationship Type="http://schemas.openxmlformats.org/officeDocument/2006/relationships/slideLayout" Target="/ppt/slideLayouts/slideLayout1.xml" Id="R4c15325108fc4b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15325108fc4b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8841eb0b5a4296" /><Relationship Type="http://schemas.openxmlformats.org/officeDocument/2006/relationships/notesSlide" Target="/ppt/notesSlides/notesSlide1.xml" Id="Re2186c164de041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28af5dcb6d41cf" /><Relationship Type="http://schemas.openxmlformats.org/officeDocument/2006/relationships/notesSlide" Target="/ppt/notesSlides/notesSlide2.xml" Id="Rff4bf9de58f04a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b497e69e284eed" /><Relationship Type="http://schemas.openxmlformats.org/officeDocument/2006/relationships/notesSlide" Target="/ppt/notesSlides/notesSlide3.xml" Id="R5445ba223b6b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e894dab67546bf" /><Relationship Type="http://schemas.openxmlformats.org/officeDocument/2006/relationships/notesSlide" Target="/ppt/notesSlides/notesSlide4.xml" Id="Re829678cbfa14f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83b7ff013249a9" /><Relationship Type="http://schemas.openxmlformats.org/officeDocument/2006/relationships/notesSlide" Target="/ppt/notesSlides/notesSlide5.xml" Id="Rbd6e0c44762c40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c462cf9ba948d0" /><Relationship Type="http://schemas.openxmlformats.org/officeDocument/2006/relationships/notesSlide" Target="/ppt/notesSlides/notesSlide6.xml" Id="R71d37ecc0cc843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82b8ab694c4d1b" /><Relationship Type="http://schemas.openxmlformats.org/officeDocument/2006/relationships/notesSlide" Target="/ppt/notesSlides/notesSlide7.xml" Id="R8fa8321e6dc94e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1A00E4-93F0-44E8-9599-2EB51F11CE93}"/>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7D03FDFD-B101-4F6F-A2A6-38C5331B729C}"/>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EF25A254-A946-40C6-804E-2DF69B4A7AC3}"/>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10</a:t>
            </a:r>
          </a:p>
        </p:txBody>
      </p:sp>
      <p:sp>
        <p:nvSpPr>
          <p:cNvPr id="4" name="">
            <a:extLst xmlns:a="http://schemas.openxmlformats.org/drawingml/2006/main">
              <a:ext uri="{FF2B5EF4-FFF2-40B4-BE49-F238E27FC236}">
                <a16:creationId xmlns:a16="http://schemas.microsoft.com/office/drawing/2014/main" id="{4E3C2DD2-F9A6-46FF-8567-88E8DF38BAE0}"/>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Failure Modes and Adversarial Testing</a:t>
            </a:r>
          </a:p>
        </p:txBody>
      </p:sp>
      <p:sp>
        <p:nvSpPr>
          <p:cNvPr id="5" name="">
            <a:extLst xmlns:a="http://schemas.openxmlformats.org/drawingml/2006/main">
              <a:ext uri="{FF2B5EF4-FFF2-40B4-BE49-F238E27FC236}">
                <a16:creationId xmlns:a16="http://schemas.microsoft.com/office/drawing/2014/main" id="{DA7FBD46-EDEF-4F0F-BBAF-4A1B649BBA76}"/>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will this prompt fail under pressure?</a:t>
            </a:r>
          </a:p>
        </p:txBody>
      </p:sp>
      <p:sp>
        <p:nvSpPr>
          <p:cNvPr id="6" name="">
            <a:extLst xmlns:a="http://schemas.openxmlformats.org/drawingml/2006/main">
              <a:ext uri="{FF2B5EF4-FFF2-40B4-BE49-F238E27FC236}">
                <a16:creationId xmlns:a16="http://schemas.microsoft.com/office/drawing/2014/main" id="{83B31949-E23E-4289-9960-21A2471E6CA8}"/>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1E6F69A-99DE-441B-A188-75ABB63344D0}"/>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736B95AE-F5C7-45E0-B5C4-17D6E3CBA2B0}"/>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EAB5FE9E-4FEB-40AB-A842-935C7EC921F8}"/>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736390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5013BB2-89E7-4921-968C-302339F78FA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10 OUTCOMES</a:t>
            </a:r>
          </a:p>
        </p:txBody>
      </p:sp>
      <p:sp>
        <p:nvSpPr>
          <p:cNvPr id="2" name="">
            <a:extLst xmlns:a="http://schemas.openxmlformats.org/drawingml/2006/main">
              <a:ext uri="{FF2B5EF4-FFF2-40B4-BE49-F238E27FC236}">
                <a16:creationId xmlns:a16="http://schemas.microsoft.com/office/drawing/2014/main" id="{D18F95EE-50A6-4514-859E-04F813EA358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7103924F-C46E-42E8-BBF3-FF09E7EFA7DA}"/>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971C888-B764-4FEA-A58A-77EF069615FE}"/>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099ED40-286D-4374-8E1D-278D00BF9106}"/>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Recognize major prompt failure modes</a:t>
            </a:r>
          </a:p>
        </p:txBody>
      </p:sp>
      <p:sp>
        <p:nvSpPr>
          <p:cNvPr id="6" name="">
            <a:extLst xmlns:a="http://schemas.openxmlformats.org/drawingml/2006/main">
              <a:ext uri="{FF2B5EF4-FFF2-40B4-BE49-F238E27FC236}">
                <a16:creationId xmlns:a16="http://schemas.microsoft.com/office/drawing/2014/main" id="{8A9E4818-F414-447C-A0E8-914F3AD43E89}"/>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BB6D8E6-C060-4CF2-AADE-5845C13F8D3B}"/>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4DD3B97-7820-43B6-9100-F374820362BF}"/>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Design adversarial cases</a:t>
            </a:r>
          </a:p>
        </p:txBody>
      </p:sp>
      <p:sp>
        <p:nvSpPr>
          <p:cNvPr id="9" name="">
            <a:extLst xmlns:a="http://schemas.openxmlformats.org/drawingml/2006/main">
              <a:ext uri="{FF2B5EF4-FFF2-40B4-BE49-F238E27FC236}">
                <a16:creationId xmlns:a16="http://schemas.microsoft.com/office/drawing/2014/main" id="{CFAF3827-8D18-44A8-9335-36270E75C30D}"/>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1C99A95-8C77-4817-A90D-9F6741A9F2FD}"/>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80947E80-F160-4668-AF2E-B895F7EC422B}"/>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Specify safe failure behavior</a:t>
            </a:r>
          </a:p>
        </p:txBody>
      </p:sp>
      <p:sp>
        <p:nvSpPr>
          <p:cNvPr id="12" name="">
            <a:extLst xmlns:a="http://schemas.openxmlformats.org/drawingml/2006/main">
              <a:ext uri="{FF2B5EF4-FFF2-40B4-BE49-F238E27FC236}">
                <a16:creationId xmlns:a16="http://schemas.microsoft.com/office/drawing/2014/main" id="{17E202AA-A7B1-495F-A158-094FF55E4F7E}"/>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E69F8B95-4E72-414E-B167-4FD27EDC3F2E}"/>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4F969C08-B8E4-4302-8E9D-EA4FE2C0A06D}"/>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80632CD6-2405-410C-AC14-136CD9D2DBBB}"/>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A271AFFB-A442-428F-ACDE-C6FBCEA8A9A2}"/>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D8EF1522-C96B-417B-BEF5-B87C8B40A320}"/>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1505216D-57AC-4D9B-941B-8DF277197988}"/>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0D1B3260-474E-45BE-A857-1A3156700393}"/>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DD6FB670-5CB9-41D1-BDFE-14B389165CA0}"/>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BFF8920D-1C4D-4CE1-88ED-FF08734C82FD}"/>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6BB85A06-9E4C-47CE-AB64-099942BEA968}"/>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9A18C007-47D0-40F1-8517-3F5183CA59B9}"/>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F3E13645-2ECA-4254-8897-94845B0A6702}"/>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EB59A763-FC40-4188-B59E-A89B56F84350}"/>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5A59CFDA-F1A4-4C37-8209-B535B704550A}"/>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550B5C03-9E41-4A58-ACAC-41AEFFD62106}"/>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C9AC6075-993C-41D0-9022-8E06DD0FA70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39D63F88-1E96-4EFC-A026-AF5836C8C7C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30" name="">
            <a:extLst xmlns:a="http://schemas.openxmlformats.org/drawingml/2006/main">
              <a:ext uri="{FF2B5EF4-FFF2-40B4-BE49-F238E27FC236}">
                <a16:creationId xmlns:a16="http://schemas.microsoft.com/office/drawing/2014/main" id="{33372F74-6F43-45C9-805D-EFAC3FF4C91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8564078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0B4CC5A-2115-4CFA-979F-5F9F08B4880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E63AC0E0-06D5-48C2-BE31-05F0429FD19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11001F5B-BC04-41B4-ABFB-0FE38A5D93EA}"/>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0FB2940-4066-4947-8561-91139EC47BFB}"/>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SCOPE DRIFT</a:t>
            </a:r>
          </a:p>
        </p:txBody>
      </p:sp>
      <p:sp>
        <p:nvSpPr>
          <p:cNvPr id="5" name="">
            <a:extLst xmlns:a="http://schemas.openxmlformats.org/drawingml/2006/main">
              <a:ext uri="{FF2B5EF4-FFF2-40B4-BE49-F238E27FC236}">
                <a16:creationId xmlns:a16="http://schemas.microsoft.com/office/drawing/2014/main" id="{EED3634B-F92D-4552-BA3A-F80C8E9D189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Answers adjacent questions</a:t>
            </a:r>
          </a:p>
        </p:txBody>
      </p:sp>
      <p:sp>
        <p:nvSpPr>
          <p:cNvPr id="6" name="">
            <a:extLst xmlns:a="http://schemas.openxmlformats.org/drawingml/2006/main">
              <a:ext uri="{FF2B5EF4-FFF2-40B4-BE49-F238E27FC236}">
                <a16:creationId xmlns:a16="http://schemas.microsoft.com/office/drawing/2014/main" id="{31F0171E-39BA-48B5-81CA-F88C6C36F4DF}"/>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539E279-D879-4ACA-B685-91B3CAA0A811}"/>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AUTHORITY LEAK</a:t>
            </a:r>
          </a:p>
        </p:txBody>
      </p:sp>
      <p:sp>
        <p:nvSpPr>
          <p:cNvPr id="8" name="">
            <a:extLst xmlns:a="http://schemas.openxmlformats.org/drawingml/2006/main">
              <a:ext uri="{FF2B5EF4-FFF2-40B4-BE49-F238E27FC236}">
                <a16:creationId xmlns:a16="http://schemas.microsoft.com/office/drawing/2014/main" id="{60ABB549-74D7-4F16-AC7A-F761F5857E00}"/>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Recommendation becomes approval</a:t>
            </a:r>
          </a:p>
        </p:txBody>
      </p:sp>
      <p:sp>
        <p:nvSpPr>
          <p:cNvPr id="9" name="">
            <a:extLst xmlns:a="http://schemas.openxmlformats.org/drawingml/2006/main">
              <a:ext uri="{FF2B5EF4-FFF2-40B4-BE49-F238E27FC236}">
                <a16:creationId xmlns:a16="http://schemas.microsoft.com/office/drawing/2014/main" id="{302CD532-19D8-427B-8487-70E2177B9655}"/>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F0B981E3-2855-4BC5-845E-CC909C549B79}"/>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EVIDENCE LAUNDERING</a:t>
            </a:r>
          </a:p>
        </p:txBody>
      </p:sp>
      <p:sp>
        <p:nvSpPr>
          <p:cNvPr id="11" name="">
            <a:extLst xmlns:a="http://schemas.openxmlformats.org/drawingml/2006/main">
              <a:ext uri="{FF2B5EF4-FFF2-40B4-BE49-F238E27FC236}">
                <a16:creationId xmlns:a16="http://schemas.microsoft.com/office/drawing/2014/main" id="{FF6CCB93-5AED-42FB-A5CD-EE51123F18B1}"/>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Unsupported claim gains polish</a:t>
            </a:r>
          </a:p>
        </p:txBody>
      </p:sp>
      <p:sp>
        <p:nvSpPr>
          <p:cNvPr id="12" name="">
            <a:extLst xmlns:a="http://schemas.openxmlformats.org/drawingml/2006/main">
              <a:ext uri="{FF2B5EF4-FFF2-40B4-BE49-F238E27FC236}">
                <a16:creationId xmlns:a16="http://schemas.microsoft.com/office/drawing/2014/main" id="{E18BF811-CDEB-4302-8CD2-D55D72454687}"/>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C85186C9-6AF8-4749-B0AD-F03E3C7A15D7}"/>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INJECTION</a:t>
            </a:r>
          </a:p>
        </p:txBody>
      </p:sp>
      <p:sp>
        <p:nvSpPr>
          <p:cNvPr id="14" name="">
            <a:extLst xmlns:a="http://schemas.openxmlformats.org/drawingml/2006/main">
              <a:ext uri="{FF2B5EF4-FFF2-40B4-BE49-F238E27FC236}">
                <a16:creationId xmlns:a16="http://schemas.microsoft.com/office/drawing/2014/main" id="{9691FC2A-2B1F-4C43-B814-40D9BD16BD0E}"/>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 attacks instructions</a:t>
            </a:r>
          </a:p>
        </p:txBody>
      </p:sp>
      <p:sp>
        <p:nvSpPr>
          <p:cNvPr id="15" name="">
            <a:extLst xmlns:a="http://schemas.openxmlformats.org/drawingml/2006/main">
              <a:ext uri="{FF2B5EF4-FFF2-40B4-BE49-F238E27FC236}">
                <a16:creationId xmlns:a16="http://schemas.microsoft.com/office/drawing/2014/main" id="{3B246CBF-4C09-47C7-9C1A-8C63E4EA7F5E}"/>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20B68030-CB29-4553-AF8F-2097F0F82D54}"/>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D322D0EB-6613-4A81-BD4A-CAA1C3964B47}"/>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DF9E45C2-E237-4FA6-B162-1C1AD68B07E1}"/>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CD55ECF9-2A01-4EA1-A50D-D7B61AE9E05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6EF594E2-DE44-4A94-B3FD-FFF433C0303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1" name="">
            <a:extLst xmlns:a="http://schemas.openxmlformats.org/drawingml/2006/main">
              <a:ext uri="{FF2B5EF4-FFF2-40B4-BE49-F238E27FC236}">
                <a16:creationId xmlns:a16="http://schemas.microsoft.com/office/drawing/2014/main" id="{E0B53173-B60B-4C8F-BAC8-1D9E27CA625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3319015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33F0F3D-F47E-49E6-AEB9-617039295BF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7A019B1D-4A20-4CBD-ACC3-96A23AEC900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13472F37-F01E-48D2-9DFA-F2D7AC17F8CB}"/>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7EE333A-183C-4393-A49E-548C26AC47E1}"/>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B1A90D5-8070-43C8-B1E8-F11EFC1B2109}"/>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Malicious input</a:t>
            </a:r>
          </a:p>
        </p:txBody>
      </p:sp>
      <p:sp>
        <p:nvSpPr>
          <p:cNvPr id="6" name="">
            <a:extLst xmlns:a="http://schemas.openxmlformats.org/drawingml/2006/main">
              <a:ext uri="{FF2B5EF4-FFF2-40B4-BE49-F238E27FC236}">
                <a16:creationId xmlns:a16="http://schemas.microsoft.com/office/drawing/2014/main" id="{212266CE-8E64-4828-8D80-296825251A43}"/>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353A3993-37D8-4783-85C6-50DD491B51A8}"/>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3F2929AE-FD9E-433C-82FF-719826E5F1B5}"/>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6664D39-5452-4713-9D9C-C5044C36B169}"/>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A6B50063-3911-40BC-928A-989ACB37DDCB}"/>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Instruction boundary</a:t>
            </a:r>
          </a:p>
        </p:txBody>
      </p:sp>
      <p:sp>
        <p:nvSpPr>
          <p:cNvPr id="11" name="">
            <a:extLst xmlns:a="http://schemas.openxmlformats.org/drawingml/2006/main">
              <a:ext uri="{FF2B5EF4-FFF2-40B4-BE49-F238E27FC236}">
                <a16:creationId xmlns:a16="http://schemas.microsoft.com/office/drawing/2014/main" id="{5712F3D3-86B1-429F-8E45-0051ECC66F78}"/>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56B2882A-FE8A-4905-9639-4A1151AFE0C1}"/>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BA607786-F29C-40D4-9DEE-2DF048207E77}"/>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75F5D1E9-B100-4B7E-BE7D-7AED13AEB1D8}"/>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783FDE39-10F2-473B-90AA-B11EAC44F58E}"/>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Evidence filter</a:t>
            </a:r>
          </a:p>
        </p:txBody>
      </p:sp>
      <p:sp>
        <p:nvSpPr>
          <p:cNvPr id="16" name="">
            <a:extLst xmlns:a="http://schemas.openxmlformats.org/drawingml/2006/main">
              <a:ext uri="{FF2B5EF4-FFF2-40B4-BE49-F238E27FC236}">
                <a16:creationId xmlns:a16="http://schemas.microsoft.com/office/drawing/2014/main" id="{21250373-1017-408A-8FFE-41C8C0AF24B6}"/>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D8294CA-CB3A-4BB0-A20C-03F650DF2A28}"/>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572C0584-8E0C-4AD9-8CF4-561409DD7A66}"/>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EDBEF39-5425-4EDD-80EA-C7CE86B4BF9E}"/>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6B599468-1F22-4B42-97C1-BE287F12A23B}"/>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Safe state</a:t>
            </a:r>
          </a:p>
        </p:txBody>
      </p:sp>
      <p:sp>
        <p:nvSpPr>
          <p:cNvPr id="21" name="">
            <a:extLst xmlns:a="http://schemas.openxmlformats.org/drawingml/2006/main">
              <a:ext uri="{FF2B5EF4-FFF2-40B4-BE49-F238E27FC236}">
                <a16:creationId xmlns:a16="http://schemas.microsoft.com/office/drawing/2014/main" id="{FF693B00-A7AE-4B6E-AFE3-167767F1EC5B}"/>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85EC7CF5-8660-47D9-8B29-884C94E3AB55}"/>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B530A00F-4D29-409E-AA4C-757C776FEFDA}"/>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67E6A5A2-41C1-4CE4-AC1A-975D1F1D383A}"/>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E39D6064-8867-41C6-B65F-04507F086FB3}"/>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Human request</a:t>
            </a:r>
          </a:p>
        </p:txBody>
      </p:sp>
      <p:sp>
        <p:nvSpPr>
          <p:cNvPr id="26" name="">
            <a:extLst xmlns:a="http://schemas.openxmlformats.org/drawingml/2006/main">
              <a:ext uri="{FF2B5EF4-FFF2-40B4-BE49-F238E27FC236}">
                <a16:creationId xmlns:a16="http://schemas.microsoft.com/office/drawing/2014/main" id="{67DD199A-1C08-4DC3-8FE7-41A480DC8B30}"/>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185DC8D-5FC2-47F6-A314-1AFE28C8D6BE}"/>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A04D55E4-E8DE-430B-9028-AB01A832F01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9" name="">
            <a:extLst xmlns:a="http://schemas.openxmlformats.org/drawingml/2006/main">
              <a:ext uri="{FF2B5EF4-FFF2-40B4-BE49-F238E27FC236}">
                <a16:creationId xmlns:a16="http://schemas.microsoft.com/office/drawing/2014/main" id="{4EB293CA-134C-4F9C-BD5D-8BB2036EBC4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0054770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DD28881-9E49-4BFF-B31C-29664F84ACD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5F4AD2D1-23EB-4384-80D2-38B79E5E832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80BF24A4-5E62-4D15-8998-3DD47281A9B6}"/>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DDD4312-7DF6-4A86-8758-5C9F5F1B5875}"/>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475C84E0-DDD4-47CA-9807-E734C05AFB6C}"/>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Attack another team’s prompt with eight hostile or degraded inputs.</a:t>
            </a:r>
          </a:p>
        </p:txBody>
      </p:sp>
      <p:sp>
        <p:nvSpPr>
          <p:cNvPr id="6" name="">
            <a:extLst xmlns:a="http://schemas.openxmlformats.org/drawingml/2006/main">
              <a:ext uri="{FF2B5EF4-FFF2-40B4-BE49-F238E27FC236}">
                <a16:creationId xmlns:a16="http://schemas.microsoft.com/office/drawing/2014/main" id="{818E9AB5-CF70-4027-B372-85E97FB2566A}"/>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B86400D-DFE6-4227-AD52-E3F2FE03EE5B}"/>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982707BB-966B-4CBE-AE2C-319452C31B23}"/>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Break it</a:t>
            </a:r>
          </a:p>
        </p:txBody>
      </p:sp>
      <p:sp>
        <p:nvSpPr>
          <p:cNvPr id="9" name="">
            <a:extLst xmlns:a="http://schemas.openxmlformats.org/drawingml/2006/main">
              <a:ext uri="{FF2B5EF4-FFF2-40B4-BE49-F238E27FC236}">
                <a16:creationId xmlns:a16="http://schemas.microsoft.com/office/drawing/2014/main" id="{B289B808-A655-4E79-9753-F97C65E55323}"/>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292F526-91F1-4D36-B53F-B1B8DA15B7D3}"/>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6CF7E935-1D06-453F-908F-796F9F7FF1AF}"/>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Capture evidence</a:t>
            </a:r>
          </a:p>
        </p:txBody>
      </p:sp>
      <p:sp>
        <p:nvSpPr>
          <p:cNvPr id="12" name="">
            <a:extLst xmlns:a="http://schemas.openxmlformats.org/drawingml/2006/main">
              <a:ext uri="{FF2B5EF4-FFF2-40B4-BE49-F238E27FC236}">
                <a16:creationId xmlns:a16="http://schemas.microsoft.com/office/drawing/2014/main" id="{C392F67D-88D0-4AF7-831A-3A5533D11586}"/>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97E6061-3C7A-4EB7-90C3-F41E8DC5E8D6}"/>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1F60BC38-AB75-42F0-BF87-4DD42E6582B0}"/>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Repair the invariant</a:t>
            </a:r>
          </a:p>
        </p:txBody>
      </p:sp>
      <p:sp>
        <p:nvSpPr>
          <p:cNvPr id="15" name="">
            <a:extLst xmlns:a="http://schemas.openxmlformats.org/drawingml/2006/main">
              <a:ext uri="{FF2B5EF4-FFF2-40B4-BE49-F238E27FC236}">
                <a16:creationId xmlns:a16="http://schemas.microsoft.com/office/drawing/2014/main" id="{73C8B5E3-B784-442B-A361-B0304FCBDC8A}"/>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0FF51E20-E744-47EB-8126-C6E454C1E87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F01CF598-ECFA-4A5F-BC8A-1AD06B96CDE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18" name="">
            <a:extLst xmlns:a="http://schemas.openxmlformats.org/drawingml/2006/main">
              <a:ext uri="{FF2B5EF4-FFF2-40B4-BE49-F238E27FC236}">
                <a16:creationId xmlns:a16="http://schemas.microsoft.com/office/drawing/2014/main" id="{B6FD3533-CB6B-449C-AD75-5E65FB4A7AD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440141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CBB6B30-6594-4901-9FE1-069C9EC03EE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10DDAB5E-EC27-4372-A4AF-D87941874E8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164DFE10-F4D7-4388-B5C6-B381BEC4D80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Add failure behavior without creating an unreadable exception list.</a:t>
            </a:r>
          </a:p>
        </p:txBody>
      </p:sp>
      <p:sp>
        <p:nvSpPr>
          <p:cNvPr id="4" name="">
            <a:extLst xmlns:a="http://schemas.openxmlformats.org/drawingml/2006/main">
              <a:ext uri="{FF2B5EF4-FFF2-40B4-BE49-F238E27FC236}">
                <a16:creationId xmlns:a16="http://schemas.microsoft.com/office/drawing/2014/main" id="{CC9FE284-E4CD-4951-9553-0FB0862A94CB}"/>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76F200B1-7D51-4ABF-84F8-1B9D2BD43F8C}"/>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63FB4179-9467-471D-9839-061295E9DF6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Missing</a:t>
            </a:r>
          </a:p>
        </p:txBody>
      </p:sp>
      <p:sp>
        <p:nvSpPr>
          <p:cNvPr id="7" name="">
            <a:extLst xmlns:a="http://schemas.openxmlformats.org/drawingml/2006/main">
              <a:ext uri="{FF2B5EF4-FFF2-40B4-BE49-F238E27FC236}">
                <a16:creationId xmlns:a16="http://schemas.microsoft.com/office/drawing/2014/main" id="{B634E7E8-AE99-4402-A87C-FA5E5828724E}"/>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A5424880-D9B9-474E-9AD2-75FAF045FD27}"/>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002528D-FCE2-4918-BD9C-E166A24F8A1D}"/>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Conflicting</a:t>
            </a:r>
          </a:p>
        </p:txBody>
      </p:sp>
      <p:sp>
        <p:nvSpPr>
          <p:cNvPr id="10" name="">
            <a:extLst xmlns:a="http://schemas.openxmlformats.org/drawingml/2006/main">
              <a:ext uri="{FF2B5EF4-FFF2-40B4-BE49-F238E27FC236}">
                <a16:creationId xmlns:a16="http://schemas.microsoft.com/office/drawing/2014/main" id="{5D6BA1BE-C7BB-4857-A31F-46433920A993}"/>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D21BEFB4-E8B2-4787-8D59-BA2D20D0D889}"/>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DF94D306-78C8-479B-8466-549A06732A6B}"/>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Malicious</a:t>
            </a:r>
          </a:p>
        </p:txBody>
      </p:sp>
      <p:sp>
        <p:nvSpPr>
          <p:cNvPr id="13" name="">
            <a:extLst xmlns:a="http://schemas.openxmlformats.org/drawingml/2006/main">
              <a:ext uri="{FF2B5EF4-FFF2-40B4-BE49-F238E27FC236}">
                <a16:creationId xmlns:a16="http://schemas.microsoft.com/office/drawing/2014/main" id="{871AC296-F7D6-4556-9C57-85F12E9CA152}"/>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BA14354-2DE9-4EE5-B22B-3358BB5E5C7B}"/>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64526AD9-9703-4483-B48E-52D6B78B46A4}"/>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Oversized</a:t>
            </a:r>
          </a:p>
        </p:txBody>
      </p:sp>
      <p:sp>
        <p:nvSpPr>
          <p:cNvPr id="16" name="">
            <a:extLst xmlns:a="http://schemas.openxmlformats.org/drawingml/2006/main">
              <a:ext uri="{FF2B5EF4-FFF2-40B4-BE49-F238E27FC236}">
                <a16:creationId xmlns:a16="http://schemas.microsoft.com/office/drawing/2014/main" id="{57F4D2C9-4E35-4D34-A04E-1D4C258B1794}"/>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5D46AA0D-F6CF-4C42-91A7-F0D4BADD0A08}"/>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D903D84-7FEE-4567-9ADD-A7AF9C42BFF4}"/>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Tool failure</a:t>
            </a:r>
          </a:p>
        </p:txBody>
      </p:sp>
      <p:sp>
        <p:nvSpPr>
          <p:cNvPr id="19" name="">
            <a:extLst xmlns:a="http://schemas.openxmlformats.org/drawingml/2006/main">
              <a:ext uri="{FF2B5EF4-FFF2-40B4-BE49-F238E27FC236}">
                <a16:creationId xmlns:a16="http://schemas.microsoft.com/office/drawing/2014/main" id="{6EB40293-C9BA-4DC7-AD4C-D96E82260AB0}"/>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DC39AAFC-03FF-4FAA-A26B-A8453240D268}"/>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7B86D69-3ABD-4C2C-9D4F-8F46D5BAA13D}"/>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Schema mismatch</a:t>
            </a:r>
          </a:p>
        </p:txBody>
      </p:sp>
      <p:sp>
        <p:nvSpPr>
          <p:cNvPr id="22" name="">
            <a:extLst xmlns:a="http://schemas.openxmlformats.org/drawingml/2006/main">
              <a:ext uri="{FF2B5EF4-FFF2-40B4-BE49-F238E27FC236}">
                <a16:creationId xmlns:a16="http://schemas.microsoft.com/office/drawing/2014/main" id="{E8A2B998-CA43-4D36-9B0A-C973D56BA01E}"/>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6237599E-3EC7-4CA5-9A01-FE9B8449463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4" name="">
            <a:extLst xmlns:a="http://schemas.openxmlformats.org/drawingml/2006/main">
              <a:ext uri="{FF2B5EF4-FFF2-40B4-BE49-F238E27FC236}">
                <a16:creationId xmlns:a16="http://schemas.microsoft.com/office/drawing/2014/main" id="{48B4ABC2-C9EE-44EE-A4F7-D72006DF605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828346012"/>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7BB8B1-9B9E-4F5F-A047-22634ABA2DDA}"/>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10  •  EXIT TICKET</a:t>
            </a:r>
          </a:p>
        </p:txBody>
      </p:sp>
      <p:sp>
        <p:nvSpPr>
          <p:cNvPr id="2" name="">
            <a:extLst xmlns:a="http://schemas.openxmlformats.org/drawingml/2006/main">
              <a:ext uri="{FF2B5EF4-FFF2-40B4-BE49-F238E27FC236}">
                <a16:creationId xmlns:a16="http://schemas.microsoft.com/office/drawing/2014/main" id="{AF52C504-CE4D-4C7B-BDC1-115BDCE67054}"/>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Demonstrate a fail-closed path that preserves provenance and requests human action.</a:t>
            </a:r>
          </a:p>
        </p:txBody>
      </p:sp>
      <p:sp>
        <p:nvSpPr>
          <p:cNvPr id="3" name="">
            <a:extLst xmlns:a="http://schemas.openxmlformats.org/drawingml/2006/main">
              <a:ext uri="{FF2B5EF4-FFF2-40B4-BE49-F238E27FC236}">
                <a16:creationId xmlns:a16="http://schemas.microsoft.com/office/drawing/2014/main" id="{9805E750-CE67-43A1-B2BD-9C2A51A9665C}"/>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E9FBE5CC-EBDC-472E-AD73-05F712A8A657}"/>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DA67511D-AB92-4412-BADE-00D4B18B7110}"/>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11</a:t>
            </a:r>
          </a:p>
        </p:txBody>
      </p:sp>
    </p:spTree>
    <p:extLst>
      <p:ext uri="{BB962C8B-B14F-4D97-AF65-F5344CB8AC3E}">
        <p14:creationId xmlns:p14="http://schemas.microsoft.com/office/powerpoint/2010/main" val="1590637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2026-07-30T16:08:02.4990000Z</dcterms:created>
  <dcterms:modified xsi:type="dcterms:W3CDTF">2026-07-30T16:08:02.4990000Z</dcterms:modified>
</coreProperties>
</file>