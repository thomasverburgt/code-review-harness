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55bb40a4ef4e8b" /><Relationship Type="http://schemas.openxmlformats.org/officeDocument/2006/relationships/extended-properties" Target="/docProps/app.xml" Id="Rb54c2e2a4e924ac6" /><Relationship Type="http://schemas.openxmlformats.org/officeDocument/2006/relationships/officeDocument" Target="/ppt/presentation.xml" Id="Rc4273de8d8f940b2" /></Relationships>
</file>

<file path=ppt/presentation.xml><?xml version="1.0" encoding="utf-8"?>
<p:presentation xmlns:p="http://schemas.openxmlformats.org/presentationml/2006/main">
  <p:sldMasterIdLst>
    <p:sldMasterId xmlns:r="http://schemas.openxmlformats.org/officeDocument/2006/relationships" id="2147483648" r:id="Rc304f45260be4388"/>
  </p:sldMasterIdLst>
  <p:notesMasterIdLst>
    <p:notesMasterId xmlns:r="http://schemas.openxmlformats.org/officeDocument/2006/relationships" r:id="R1444149a98e4460c"/>
  </p:notesMasterIdLst>
  <p:sldIdLst>
    <p:sldId xmlns:r="http://schemas.openxmlformats.org/officeDocument/2006/relationships" id="256" r:id="Rccf46fc5b5ab48dc"/>
    <p:sldId xmlns:r="http://schemas.openxmlformats.org/officeDocument/2006/relationships" id="257" r:id="Rda78671e81a74aa4"/>
    <p:sldId xmlns:r="http://schemas.openxmlformats.org/officeDocument/2006/relationships" id="258" r:id="R881bb954003842ff"/>
    <p:sldId xmlns:r="http://schemas.openxmlformats.org/officeDocument/2006/relationships" id="259" r:id="Rbca643e0ebc14be8"/>
    <p:sldId xmlns:r="http://schemas.openxmlformats.org/officeDocument/2006/relationships" id="260" r:id="R1aca0132f05c40f8"/>
    <p:sldId xmlns:r="http://schemas.openxmlformats.org/officeDocument/2006/relationships" id="261" r:id="R6d5bd25929144cba"/>
    <p:sldId xmlns:r="http://schemas.openxmlformats.org/officeDocument/2006/relationships" id="262" r:id="Rcf27f80e70804b2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94203b917243ac" /><Relationship Type="http://schemas.openxmlformats.org/officeDocument/2006/relationships/slideMaster" Target="/ppt/slideMasters/slideMaster1.xml" Id="Rc304f45260be4388" /><Relationship Type="http://schemas.openxmlformats.org/officeDocument/2006/relationships/notesMaster" Target="/ppt/notesMasters/notesMaster1.xml" Id="R1444149a98e4460c" /><Relationship Type="http://schemas.openxmlformats.org/officeDocument/2006/relationships/presProps" Target="/ppt/presProps.xml" Id="R124e88ec012745c5" /><Relationship Type="http://schemas.openxmlformats.org/officeDocument/2006/relationships/tableStyles" Target="/ppt/tableStyles.xml" Id="R9605ed11e72b45b1" /><Relationship Type="http://schemas.openxmlformats.org/officeDocument/2006/relationships/slide" Target="/ppt/slides/slide1.xml" Id="Rccf46fc5b5ab48dc" /><Relationship Type="http://schemas.openxmlformats.org/officeDocument/2006/relationships/slide" Target="/ppt/slides/slide2.xml" Id="Rda78671e81a74aa4" /><Relationship Type="http://schemas.openxmlformats.org/officeDocument/2006/relationships/slide" Target="/ppt/slides/slide3.xml" Id="R881bb954003842ff" /><Relationship Type="http://schemas.openxmlformats.org/officeDocument/2006/relationships/slide" Target="/ppt/slides/slide4.xml" Id="Rbca643e0ebc14be8" /><Relationship Type="http://schemas.openxmlformats.org/officeDocument/2006/relationships/slide" Target="/ppt/slides/slide5.xml" Id="R1aca0132f05c40f8" /><Relationship Type="http://schemas.openxmlformats.org/officeDocument/2006/relationships/slide" Target="/ppt/slides/slide6.xml" Id="R6d5bd25929144cba" /><Relationship Type="http://schemas.openxmlformats.org/officeDocument/2006/relationships/slide" Target="/ppt/slides/slide7.xml" Id="Rcf27f80e70804b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78905eff0a40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49a52ca7c541f8" /><Relationship Type="http://schemas.openxmlformats.org/officeDocument/2006/relationships/notesMaster" Target="/ppt/notesMasters/notesMaster1.xml" Id="Re32e237d11d041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cd2cfb69044ab8" /><Relationship Type="http://schemas.openxmlformats.org/officeDocument/2006/relationships/notesMaster" Target="/ppt/notesMasters/notesMaster1.xml" Id="Ra9175f2dfea445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61441669e841e3" /><Relationship Type="http://schemas.openxmlformats.org/officeDocument/2006/relationships/notesMaster" Target="/ppt/notesMasters/notesMaster1.xml" Id="Rf52859fa64cb49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2d761c188946d8" /><Relationship Type="http://schemas.openxmlformats.org/officeDocument/2006/relationships/notesMaster" Target="/ppt/notesMasters/notesMaster1.xml" Id="Re814570bc52745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c55538d2574ed5" /><Relationship Type="http://schemas.openxmlformats.org/officeDocument/2006/relationships/notesMaster" Target="/ppt/notesMasters/notesMaster1.xml" Id="R1bcfb5c5b7934c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6bab1ab26b4fab" /><Relationship Type="http://schemas.openxmlformats.org/officeDocument/2006/relationships/notesMaster" Target="/ppt/notesMasters/notesMaster1.xml" Id="Re25be49ca2d940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dd73e0af78544f3" /><Relationship Type="http://schemas.openxmlformats.org/officeDocument/2006/relationships/notesMaster" Target="/ppt/notesMasters/notesMaster1.xml" Id="R7eb6e949d73847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agents/agent-registry.md; agents/agent-identities.json; agents/agent-naming-and-identity-standard.md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agents/agent-registry.md; agents/agent-identities.json; agents/agent-naming-and-identity-standard.md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agents/agent-registry.md; agents/agent-identities.json; agents/agent-naming-and-identity-standard.md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agents/agent-registry.md; agents/agent-identities.json; agents/agent-naming-and-identity-standard.md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agents/agent-registry.md; agents/agent-identities.json; agents/agent-naming-and-identity-standard.md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agents/agent-registry.md; agents/agent-identities.json; agents/agent-naming-and-identity-standard.md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agents/agent-registry.md; agents/agent-identities.json; agents/agent-naming-and-identity-standard.md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8f1675035c46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465521bc83444b" /><Relationship Type="http://schemas.openxmlformats.org/officeDocument/2006/relationships/slideLayout" Target="/ppt/slideLayouts/slideLayout1.xml" Id="R9136d82c0d3b4b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36d82c0d3b4b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2cf242dc174a34" /><Relationship Type="http://schemas.openxmlformats.org/officeDocument/2006/relationships/notesSlide" Target="/ppt/notesSlides/notesSlide1.xml" Id="R01b5b862a8d54c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84e9e8ba0c44bf1" /><Relationship Type="http://schemas.openxmlformats.org/officeDocument/2006/relationships/notesSlide" Target="/ppt/notesSlides/notesSlide2.xml" Id="Re41e602bc40a42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4f94cc212ce4714" /><Relationship Type="http://schemas.openxmlformats.org/officeDocument/2006/relationships/notesSlide" Target="/ppt/notesSlides/notesSlide3.xml" Id="Rc551a733638249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4fb6fd7c045432a" /><Relationship Type="http://schemas.openxmlformats.org/officeDocument/2006/relationships/notesSlide" Target="/ppt/notesSlides/notesSlide4.xml" Id="Rffe23c03a20647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7622bc9b2fb4805" /><Relationship Type="http://schemas.openxmlformats.org/officeDocument/2006/relationships/notesSlide" Target="/ppt/notesSlides/notesSlide5.xml" Id="R87bd9d395a9047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61ff118c39f474f" /><Relationship Type="http://schemas.openxmlformats.org/officeDocument/2006/relationships/notesSlide" Target="/ppt/notesSlides/notesSlide6.xml" Id="Ra2bd3f80681146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29388db2ea64513" /><Relationship Type="http://schemas.openxmlformats.org/officeDocument/2006/relationships/notesSlide" Target="/ppt/notesSlides/notesSlide7.xml" Id="R49294cc8afe146b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0457987-06C5-464E-B6FD-E98345673448}"/>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D2E4BEF5-C96C-4790-B312-DB3772C851EB}"/>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BB92C8AA-9DAA-4E05-BD87-D7040ACD8568}"/>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05</a:t>
            </a:r>
          </a:p>
        </p:txBody>
      </p:sp>
      <p:sp>
        <p:nvSpPr>
          <p:cNvPr id="4" name="">
            <a:extLst xmlns:a="http://schemas.openxmlformats.org/drawingml/2006/main">
              <a:ext uri="{FF2B5EF4-FFF2-40B4-BE49-F238E27FC236}">
                <a16:creationId xmlns:a16="http://schemas.microsoft.com/office/drawing/2014/main" id="{8CD0492E-732D-47D1-B1CD-40EF32E4FC02}"/>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Agent Identity and Architecture Layers</a:t>
            </a:r>
          </a:p>
        </p:txBody>
      </p:sp>
      <p:sp>
        <p:nvSpPr>
          <p:cNvPr id="5" name="">
            <a:extLst xmlns:a="http://schemas.openxmlformats.org/drawingml/2006/main">
              <a:ext uri="{FF2B5EF4-FFF2-40B4-BE49-F238E27FC236}">
                <a16:creationId xmlns:a16="http://schemas.microsoft.com/office/drawing/2014/main" id="{117428DA-7B45-4040-9DC0-7951D58D4BFA}"/>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Which agent should answer which question?</a:t>
            </a:r>
          </a:p>
        </p:txBody>
      </p:sp>
      <p:sp>
        <p:nvSpPr>
          <p:cNvPr id="6" name="">
            <a:extLst xmlns:a="http://schemas.openxmlformats.org/drawingml/2006/main">
              <a:ext uri="{FF2B5EF4-FFF2-40B4-BE49-F238E27FC236}">
                <a16:creationId xmlns:a16="http://schemas.microsoft.com/office/drawing/2014/main" id="{6F8E2385-E1BD-4665-A2E1-F3633AD13397}"/>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8E42E682-AC00-41B3-B971-23AC0E962451}"/>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05</a:t>
            </a:r>
          </a:p>
        </p:txBody>
      </p:sp>
      <p:sp>
        <p:nvSpPr>
          <p:cNvPr id="8" name="">
            <a:extLst xmlns:a="http://schemas.openxmlformats.org/drawingml/2006/main">
              <a:ext uri="{FF2B5EF4-FFF2-40B4-BE49-F238E27FC236}">
                <a16:creationId xmlns:a16="http://schemas.microsoft.com/office/drawing/2014/main" id="{6B2EDCCB-D227-44EE-A660-F16A3EE06B14}"/>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473DCBAD-5FE0-4372-837C-55683863DCE3}"/>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12086121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8B649BB-B2C5-47A8-A0A4-11350BE3CDC5}"/>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5 OUTCOMES</a:t>
            </a:r>
          </a:p>
        </p:txBody>
      </p:sp>
      <p:sp>
        <p:nvSpPr>
          <p:cNvPr id="2" name="">
            <a:extLst xmlns:a="http://schemas.openxmlformats.org/drawingml/2006/main">
              <a:ext uri="{FF2B5EF4-FFF2-40B4-BE49-F238E27FC236}">
                <a16:creationId xmlns:a16="http://schemas.microsoft.com/office/drawing/2014/main" id="{F74DCAE3-6DD2-43DA-B47A-41DDFF1327AF}"/>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1DFEF2C9-33C8-47A2-B425-CE0CAB9745E6}"/>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C63F474F-55FB-41B9-A919-5D280438B537}"/>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2A0B1915-C9E5-4CB0-A585-6F8C2EA12355}"/>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Navigate all six catalog layers</a:t>
            </a:r>
          </a:p>
        </p:txBody>
      </p:sp>
      <p:sp>
        <p:nvSpPr>
          <p:cNvPr id="6" name="">
            <a:extLst xmlns:a="http://schemas.openxmlformats.org/drawingml/2006/main">
              <a:ext uri="{FF2B5EF4-FFF2-40B4-BE49-F238E27FC236}">
                <a16:creationId xmlns:a16="http://schemas.microsoft.com/office/drawing/2014/main" id="{7026E197-FD88-4278-8BA6-0B0E8AF5F1ED}"/>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8D8C95D2-CF0A-4240-9B16-87B68B898D2F}"/>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D1EA2248-C67C-43BD-A135-9098EA731D74}"/>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Use canonical identity and status</a:t>
            </a:r>
          </a:p>
        </p:txBody>
      </p:sp>
      <p:sp>
        <p:nvSpPr>
          <p:cNvPr id="9" name="">
            <a:extLst xmlns:a="http://schemas.openxmlformats.org/drawingml/2006/main">
              <a:ext uri="{FF2B5EF4-FFF2-40B4-BE49-F238E27FC236}">
                <a16:creationId xmlns:a16="http://schemas.microsoft.com/office/drawing/2014/main" id="{94A5720A-8767-4807-8510-DF2AE7038D15}"/>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05F5F883-7786-4925-ADBA-485C36ACBBC1}"/>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9EB84C51-240F-4E0E-A7B8-C01C4F1C944A}"/>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Route work to the narrowest authoritative agent</a:t>
            </a:r>
          </a:p>
        </p:txBody>
      </p:sp>
      <p:sp>
        <p:nvSpPr>
          <p:cNvPr id="12" name="">
            <a:extLst xmlns:a="http://schemas.openxmlformats.org/drawingml/2006/main">
              <a:ext uri="{FF2B5EF4-FFF2-40B4-BE49-F238E27FC236}">
                <a16:creationId xmlns:a16="http://schemas.microsoft.com/office/drawing/2014/main" id="{0547DE1C-00F7-41ED-857D-A2173FB7D85F}"/>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2AEE537E-793C-4796-959E-12B14C273814}"/>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61895C3E-5532-4FEB-B8BD-FEDD22F90B08}"/>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D33F0137-3A93-49AD-86F6-72325146B136}"/>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58B7906A-49F3-4E10-A105-679FCCDA4778}"/>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B58A6560-7A3F-4113-BEB9-8F156BF06160}"/>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EAA19575-461E-4365-80F7-0579B3CAB4EA}"/>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E1A1A218-AAC9-4DE6-B65B-B3593714FAD8}"/>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F4E8F887-3890-43EA-9258-A46E25356C36}"/>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FA162B4A-E670-48DB-A08B-568F78394FC8}"/>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A3F7F9CF-D71E-4D77-90BE-4000D462C528}"/>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E4C9474C-33E0-4C2C-B253-9645E1F1FADB}"/>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4ECFDC74-0030-4EB2-9A81-EF8251BE13E0}"/>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875B79F8-85F0-4693-A503-3BD1B84CCCF8}"/>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31A5540C-7E03-4C4A-8584-FCF05F329B82}"/>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DF274A4C-F10B-4A84-9242-9C9FDBC3346E}"/>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DE517192-F8A8-41F6-802A-57EE6E2BB273}"/>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532F27E4-4000-4CCD-999A-D12FE7FC5E3E}"/>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05  •  CODE REVIEW HARNESS</a:t>
            </a:r>
          </a:p>
        </p:txBody>
      </p:sp>
      <p:sp>
        <p:nvSpPr>
          <p:cNvPr id="30" name="">
            <a:extLst xmlns:a="http://schemas.openxmlformats.org/drawingml/2006/main">
              <a:ext uri="{FF2B5EF4-FFF2-40B4-BE49-F238E27FC236}">
                <a16:creationId xmlns:a16="http://schemas.microsoft.com/office/drawing/2014/main" id="{E8814F96-7B04-41B5-9A3E-50754BCD521C}"/>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18953479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5B051B7-D6B3-4AE9-8727-B3768AB0F7FC}"/>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89687533-50E6-4FCB-A9B0-75794B7AE424}"/>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D6815350-3103-4C7F-A683-68BAA9D61083}"/>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BF86D072-2FAF-4382-B6A0-15D388287F60}"/>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SPECIALIST</a:t>
            </a:r>
          </a:p>
        </p:txBody>
      </p:sp>
      <p:sp>
        <p:nvSpPr>
          <p:cNvPr id="5" name="">
            <a:extLst xmlns:a="http://schemas.openxmlformats.org/drawingml/2006/main">
              <a:ext uri="{FF2B5EF4-FFF2-40B4-BE49-F238E27FC236}">
                <a16:creationId xmlns:a16="http://schemas.microsoft.com/office/drawing/2014/main" id="{42C18BFB-DDBA-40A8-9CB6-E63774C7D0BC}"/>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22 bounded reviewers</a:t>
            </a:r>
          </a:p>
        </p:txBody>
      </p:sp>
      <p:sp>
        <p:nvSpPr>
          <p:cNvPr id="6" name="">
            <a:extLst xmlns:a="http://schemas.openxmlformats.org/drawingml/2006/main">
              <a:ext uri="{FF2B5EF4-FFF2-40B4-BE49-F238E27FC236}">
                <a16:creationId xmlns:a16="http://schemas.microsoft.com/office/drawing/2014/main" id="{7CCF0F1A-E849-43C3-8416-A038970BAFA0}"/>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117F6593-5DB9-4B56-AD57-D37AA1653627}"/>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PRODUCT</a:t>
            </a:r>
          </a:p>
        </p:txBody>
      </p:sp>
      <p:sp>
        <p:nvSpPr>
          <p:cNvPr id="8" name="">
            <a:extLst xmlns:a="http://schemas.openxmlformats.org/drawingml/2006/main">
              <a:ext uri="{FF2B5EF4-FFF2-40B4-BE49-F238E27FC236}">
                <a16:creationId xmlns:a16="http://schemas.microsoft.com/office/drawing/2014/main" id="{8C844D70-7342-4B20-A60B-639CC401AB01}"/>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4 product synthesizers</a:t>
            </a:r>
          </a:p>
        </p:txBody>
      </p:sp>
      <p:sp>
        <p:nvSpPr>
          <p:cNvPr id="9" name="">
            <a:extLst xmlns:a="http://schemas.openxmlformats.org/drawingml/2006/main">
              <a:ext uri="{FF2B5EF4-FFF2-40B4-BE49-F238E27FC236}">
                <a16:creationId xmlns:a16="http://schemas.microsoft.com/office/drawing/2014/main" id="{114655CE-1C08-4813-8D0A-6E3C1AEED99B}"/>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30284BAF-573E-4126-84F6-E472BB93203D}"/>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CAPABILITY</a:t>
            </a:r>
          </a:p>
        </p:txBody>
      </p:sp>
      <p:sp>
        <p:nvSpPr>
          <p:cNvPr id="11" name="">
            <a:extLst xmlns:a="http://schemas.openxmlformats.org/drawingml/2006/main">
              <a:ext uri="{FF2B5EF4-FFF2-40B4-BE49-F238E27FC236}">
                <a16:creationId xmlns:a16="http://schemas.microsoft.com/office/drawing/2014/main" id="{54680A9F-201A-49CD-8155-17BAE19829F5}"/>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11 cross-product roles</a:t>
            </a:r>
          </a:p>
        </p:txBody>
      </p:sp>
      <p:sp>
        <p:nvSpPr>
          <p:cNvPr id="12" name="">
            <a:extLst xmlns:a="http://schemas.openxmlformats.org/drawingml/2006/main">
              <a:ext uri="{FF2B5EF4-FFF2-40B4-BE49-F238E27FC236}">
                <a16:creationId xmlns:a16="http://schemas.microsoft.com/office/drawing/2014/main" id="{27728CCB-0959-48C0-AC47-1CE97BE3484A}"/>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7AA7CB5D-9746-48DA-8873-CD22CB0F043E}"/>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ENTERPRISE</a:t>
            </a:r>
          </a:p>
        </p:txBody>
      </p:sp>
      <p:sp>
        <p:nvSpPr>
          <p:cNvPr id="14" name="">
            <a:extLst xmlns:a="http://schemas.openxmlformats.org/drawingml/2006/main">
              <a:ext uri="{FF2B5EF4-FFF2-40B4-BE49-F238E27FC236}">
                <a16:creationId xmlns:a16="http://schemas.microsoft.com/office/drawing/2014/main" id="{1BA857AD-13CC-438E-B9AA-B50BF2D92129}"/>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12 system-of-systems roles</a:t>
            </a:r>
          </a:p>
        </p:txBody>
      </p:sp>
      <p:sp>
        <p:nvSpPr>
          <p:cNvPr id="15" name="">
            <a:extLst xmlns:a="http://schemas.openxmlformats.org/drawingml/2006/main">
              <a:ext uri="{FF2B5EF4-FFF2-40B4-BE49-F238E27FC236}">
                <a16:creationId xmlns:a16="http://schemas.microsoft.com/office/drawing/2014/main" id="{6C0BBFF7-8288-4B64-9BD6-0D79B8023EAF}"/>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C9EE5E66-DF33-4D9D-B2E2-6D6CFDBF5740}"/>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E6FD1422-6FFA-4946-BD90-20E3EC2F7922}"/>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FB23739D-837C-45B9-A9D0-810EDD67B739}"/>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93DDB2F5-7082-4D82-BFC1-722D7411A128}"/>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2F5B2F0D-3FDE-45CB-87C1-86961C4C37AA}"/>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05  •  CODE REVIEW HARNESS</a:t>
            </a:r>
          </a:p>
        </p:txBody>
      </p:sp>
      <p:sp>
        <p:nvSpPr>
          <p:cNvPr id="21" name="">
            <a:extLst xmlns:a="http://schemas.openxmlformats.org/drawingml/2006/main">
              <a:ext uri="{FF2B5EF4-FFF2-40B4-BE49-F238E27FC236}">
                <a16:creationId xmlns:a16="http://schemas.microsoft.com/office/drawing/2014/main" id="{16772AE8-3D2D-4498-83E2-AE03102B0E42}"/>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1301198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1C5EEB4-D89E-45D7-8D73-AFFF8EB40488}"/>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879EC136-5758-4F20-9B63-9C30E25165B5}"/>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00BBE060-72D4-4DA0-9C24-D6A9181056CC}"/>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1834B60D-E580-4C96-A8AC-A23FD49DA772}"/>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96906DFC-D738-4ECB-9295-D2726601E715}"/>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Question</a:t>
            </a:r>
          </a:p>
        </p:txBody>
      </p:sp>
      <p:sp>
        <p:nvSpPr>
          <p:cNvPr id="6" name="">
            <a:extLst xmlns:a="http://schemas.openxmlformats.org/drawingml/2006/main">
              <a:ext uri="{FF2B5EF4-FFF2-40B4-BE49-F238E27FC236}">
                <a16:creationId xmlns:a16="http://schemas.microsoft.com/office/drawing/2014/main" id="{0C2456A3-0D8D-4F93-AB3E-E2256E708CD0}"/>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196CB959-ED60-41EE-A9F8-47FD717AFA1F}"/>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380167CF-7338-4DDB-A471-A2AAEC95F21E}"/>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4F3DD44D-52F0-47C5-82A1-580EA2E65166}"/>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291AFB98-C1B4-4444-9675-E52E81BEA326}"/>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Authoritative owner</a:t>
            </a:r>
          </a:p>
        </p:txBody>
      </p:sp>
      <p:sp>
        <p:nvSpPr>
          <p:cNvPr id="11" name="">
            <a:extLst xmlns:a="http://schemas.openxmlformats.org/drawingml/2006/main">
              <a:ext uri="{FF2B5EF4-FFF2-40B4-BE49-F238E27FC236}">
                <a16:creationId xmlns:a16="http://schemas.microsoft.com/office/drawing/2014/main" id="{7F161BFB-26C6-4ADB-8835-5C6921220D17}"/>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2300D969-FCBF-40A2-A222-FC0C8BC1EBA2}"/>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D2AFA3CF-A7B1-439D-ACFC-E9FD49DF7F0A}"/>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467631C4-584E-4CB1-9AFE-AD71E83FBEBD}"/>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23DB6A9B-D4E3-48E0-955B-30332F541D9E}"/>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Layer</a:t>
            </a:r>
          </a:p>
        </p:txBody>
      </p:sp>
      <p:sp>
        <p:nvSpPr>
          <p:cNvPr id="16" name="">
            <a:extLst xmlns:a="http://schemas.openxmlformats.org/drawingml/2006/main">
              <a:ext uri="{FF2B5EF4-FFF2-40B4-BE49-F238E27FC236}">
                <a16:creationId xmlns:a16="http://schemas.microsoft.com/office/drawing/2014/main" id="{971816DF-5972-4E6F-9CEE-7CE92C4CA8C5}"/>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865F7A18-9022-4B55-91CB-790DA1901461}"/>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2FD0868E-6D63-4BED-80AF-F8206591046E}"/>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5A55DDF6-8764-4919-9DDC-1DBCADA21544}"/>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DA41D502-D3E6-4978-8267-BE85B41ED495}"/>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Status</a:t>
            </a:r>
          </a:p>
        </p:txBody>
      </p:sp>
      <p:sp>
        <p:nvSpPr>
          <p:cNvPr id="21" name="">
            <a:extLst xmlns:a="http://schemas.openxmlformats.org/drawingml/2006/main">
              <a:ext uri="{FF2B5EF4-FFF2-40B4-BE49-F238E27FC236}">
                <a16:creationId xmlns:a16="http://schemas.microsoft.com/office/drawing/2014/main" id="{559F5979-4930-4289-98D4-2FAAC6D13A9A}"/>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D6A2B54E-FDBF-4E4F-B749-3C227DA501D0}"/>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EA3DEE7A-D6CB-407E-8729-CF08101E00AA}"/>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DD6001A6-BDCF-4A2B-BE8C-4CC483A3BA8F}"/>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2E4C4983-DE51-40C6-8A63-EAB8956DCD96}"/>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Consumer</a:t>
            </a:r>
          </a:p>
        </p:txBody>
      </p:sp>
      <p:sp>
        <p:nvSpPr>
          <p:cNvPr id="26" name="">
            <a:extLst xmlns:a="http://schemas.openxmlformats.org/drawingml/2006/main">
              <a:ext uri="{FF2B5EF4-FFF2-40B4-BE49-F238E27FC236}">
                <a16:creationId xmlns:a16="http://schemas.microsoft.com/office/drawing/2014/main" id="{2BC6A5E8-E02A-4E80-B2FC-6B1937432049}"/>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3BC2894E-91F7-49F0-9E0F-1583E3481392}"/>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D285357E-2280-4A79-947E-E4F652BA2268}"/>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05  •  CODE REVIEW HARNESS</a:t>
            </a:r>
          </a:p>
        </p:txBody>
      </p:sp>
      <p:sp>
        <p:nvSpPr>
          <p:cNvPr id="29" name="">
            <a:extLst xmlns:a="http://schemas.openxmlformats.org/drawingml/2006/main">
              <a:ext uri="{FF2B5EF4-FFF2-40B4-BE49-F238E27FC236}">
                <a16:creationId xmlns:a16="http://schemas.microsoft.com/office/drawing/2014/main" id="{5882C2F4-7188-497F-8956-5F21A8A5A4A7}"/>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4208939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6395106-5955-4911-A026-F24C56CF73DF}"/>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A0738C69-511C-4A14-AB84-36541CD5E559}"/>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19094C2C-FF6F-4393-9364-39D235030F22}"/>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A3C0AFD2-6514-4F8C-A721-9C4A72A14153}"/>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F1E6970C-4A40-4067-9008-0C1D79D2B384}"/>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Route twelve questions and name one tempting wrong agent for each.</a:t>
            </a:r>
          </a:p>
        </p:txBody>
      </p:sp>
      <p:sp>
        <p:nvSpPr>
          <p:cNvPr id="6" name="">
            <a:extLst xmlns:a="http://schemas.openxmlformats.org/drawingml/2006/main">
              <a:ext uri="{FF2B5EF4-FFF2-40B4-BE49-F238E27FC236}">
                <a16:creationId xmlns:a16="http://schemas.microsoft.com/office/drawing/2014/main" id="{5C882F5B-126A-4801-96CB-C6FAC778DB40}"/>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C9402EAB-01D3-4574-838A-38C6F9AAC56C}"/>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B986597A-DD14-4146-A512-74457D6039D5}"/>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Find owner</a:t>
            </a:r>
          </a:p>
        </p:txBody>
      </p:sp>
      <p:sp>
        <p:nvSpPr>
          <p:cNvPr id="9" name="">
            <a:extLst xmlns:a="http://schemas.openxmlformats.org/drawingml/2006/main">
              <a:ext uri="{FF2B5EF4-FFF2-40B4-BE49-F238E27FC236}">
                <a16:creationId xmlns:a16="http://schemas.microsoft.com/office/drawing/2014/main" id="{DACA998D-42E2-4C81-BE21-6C8783D678EE}"/>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393EEE3C-D4ED-47BC-8498-979C5C73B00A}"/>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A96AB445-1319-4289-A589-925ED6AE95B9}"/>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Check status</a:t>
            </a:r>
          </a:p>
        </p:txBody>
      </p:sp>
      <p:sp>
        <p:nvSpPr>
          <p:cNvPr id="12" name="">
            <a:extLst xmlns:a="http://schemas.openxmlformats.org/drawingml/2006/main">
              <a:ext uri="{FF2B5EF4-FFF2-40B4-BE49-F238E27FC236}">
                <a16:creationId xmlns:a16="http://schemas.microsoft.com/office/drawing/2014/main" id="{44FDF49D-B63D-413E-93AF-748AC5086F51}"/>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DD15130E-6AA2-4739-93D2-AD34BCD4E34E}"/>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EF316880-BBA0-4481-A34D-CC41D6A8D58B}"/>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Defend boundary</a:t>
            </a:r>
          </a:p>
        </p:txBody>
      </p:sp>
      <p:sp>
        <p:nvSpPr>
          <p:cNvPr id="15" name="">
            <a:extLst xmlns:a="http://schemas.openxmlformats.org/drawingml/2006/main">
              <a:ext uri="{FF2B5EF4-FFF2-40B4-BE49-F238E27FC236}">
                <a16:creationId xmlns:a16="http://schemas.microsoft.com/office/drawing/2014/main" id="{97481C34-05EB-4A75-BE96-059175EDF458}"/>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2A9F5F59-5BBB-4797-BFD8-F78237542E12}"/>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D3F4F22C-A42A-427B-8C4E-9FA12F671CFF}"/>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05  •  CODE REVIEW HARNESS</a:t>
            </a:r>
          </a:p>
        </p:txBody>
      </p:sp>
      <p:sp>
        <p:nvSpPr>
          <p:cNvPr id="18" name="">
            <a:extLst xmlns:a="http://schemas.openxmlformats.org/drawingml/2006/main">
              <a:ext uri="{FF2B5EF4-FFF2-40B4-BE49-F238E27FC236}">
                <a16:creationId xmlns:a16="http://schemas.microsoft.com/office/drawing/2014/main" id="{B9BE0698-C282-41EA-8FD9-B23BE8DD250D}"/>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206795489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496F42D-766A-41AE-8351-17514700486F}"/>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C32147FB-D409-48C7-9259-ABD3DD71BCF4}"/>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08A4E3A5-081C-42EB-B0ED-D885B22806CC}"/>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Draft identity and boundary blocks for a specialist and a synthesizer.</a:t>
            </a:r>
          </a:p>
        </p:txBody>
      </p:sp>
      <p:sp>
        <p:nvSpPr>
          <p:cNvPr id="4" name="">
            <a:extLst xmlns:a="http://schemas.openxmlformats.org/drawingml/2006/main">
              <a:ext uri="{FF2B5EF4-FFF2-40B4-BE49-F238E27FC236}">
                <a16:creationId xmlns:a16="http://schemas.microsoft.com/office/drawing/2014/main" id="{3C870D1B-8599-40F5-946F-669C8FA19C0B}"/>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F9921321-06D2-4187-8C2F-B371B7261727}"/>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42F93F3D-73D2-44E1-AAB9-78DCA4114AB1}"/>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UUID</a:t>
            </a:r>
          </a:p>
        </p:txBody>
      </p:sp>
      <p:sp>
        <p:nvSpPr>
          <p:cNvPr id="7" name="">
            <a:extLst xmlns:a="http://schemas.openxmlformats.org/drawingml/2006/main">
              <a:ext uri="{FF2B5EF4-FFF2-40B4-BE49-F238E27FC236}">
                <a16:creationId xmlns:a16="http://schemas.microsoft.com/office/drawing/2014/main" id="{C7C61506-017D-4E28-BDF4-D7AE9D348BB9}"/>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10C0A0EE-3C4D-47A9-A5AD-3F3B27506F45}"/>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649BC2A2-D5A4-42FA-9143-17D9B948A06A}"/>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Designation</a:t>
            </a:r>
          </a:p>
        </p:txBody>
      </p:sp>
      <p:sp>
        <p:nvSpPr>
          <p:cNvPr id="10" name="">
            <a:extLst xmlns:a="http://schemas.openxmlformats.org/drawingml/2006/main">
              <a:ext uri="{FF2B5EF4-FFF2-40B4-BE49-F238E27FC236}">
                <a16:creationId xmlns:a16="http://schemas.microsoft.com/office/drawing/2014/main" id="{C87ABF61-CD78-4454-A519-99E29C211DEE}"/>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D25A0905-A065-4EDF-8390-EB555A5F0F27}"/>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E9FDAEC1-A3D3-4F72-96F7-9648F7CECB78}"/>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Version</a:t>
            </a:r>
          </a:p>
        </p:txBody>
      </p:sp>
      <p:sp>
        <p:nvSpPr>
          <p:cNvPr id="13" name="">
            <a:extLst xmlns:a="http://schemas.openxmlformats.org/drawingml/2006/main">
              <a:ext uri="{FF2B5EF4-FFF2-40B4-BE49-F238E27FC236}">
                <a16:creationId xmlns:a16="http://schemas.microsoft.com/office/drawing/2014/main" id="{5510DE75-46B7-49CC-81B6-191C599DA35B}"/>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80A4DC5E-320A-4F56-889C-3913EAE5C15C}"/>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80AF7686-4919-4B3E-9FD8-B21E7D673113}"/>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Question</a:t>
            </a:r>
          </a:p>
        </p:txBody>
      </p:sp>
      <p:sp>
        <p:nvSpPr>
          <p:cNvPr id="16" name="">
            <a:extLst xmlns:a="http://schemas.openxmlformats.org/drawingml/2006/main">
              <a:ext uri="{FF2B5EF4-FFF2-40B4-BE49-F238E27FC236}">
                <a16:creationId xmlns:a16="http://schemas.microsoft.com/office/drawing/2014/main" id="{7F2222E5-CFAB-4640-A682-3A9C75207529}"/>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E4E9B0F9-98BF-4665-B06D-AE96DFBA421A}"/>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8C61AB0A-7F70-45DC-8788-AD8A60DC122D}"/>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Exclusions</a:t>
            </a:r>
          </a:p>
        </p:txBody>
      </p:sp>
      <p:sp>
        <p:nvSpPr>
          <p:cNvPr id="19" name="">
            <a:extLst xmlns:a="http://schemas.openxmlformats.org/drawingml/2006/main">
              <a:ext uri="{FF2B5EF4-FFF2-40B4-BE49-F238E27FC236}">
                <a16:creationId xmlns:a16="http://schemas.microsoft.com/office/drawing/2014/main" id="{425B38B0-4F07-4FE5-99AD-43AB48E0A476}"/>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B78E18C9-D44C-4B85-A6F7-B7AC949677D3}"/>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F0B8D77F-FB87-4AF4-9B92-C1F867C2A647}"/>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Consumers</a:t>
            </a:r>
          </a:p>
        </p:txBody>
      </p:sp>
      <p:sp>
        <p:nvSpPr>
          <p:cNvPr id="22" name="">
            <a:extLst xmlns:a="http://schemas.openxmlformats.org/drawingml/2006/main">
              <a:ext uri="{FF2B5EF4-FFF2-40B4-BE49-F238E27FC236}">
                <a16:creationId xmlns:a16="http://schemas.microsoft.com/office/drawing/2014/main" id="{4AF69D27-FDFD-4715-BE58-4DC042C05B55}"/>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BEF69D7A-902C-4802-933B-1E0D1A1F88FD}"/>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05  •  CODE REVIEW HARNESS</a:t>
            </a:r>
          </a:p>
        </p:txBody>
      </p:sp>
      <p:sp>
        <p:nvSpPr>
          <p:cNvPr id="24" name="">
            <a:extLst xmlns:a="http://schemas.openxmlformats.org/drawingml/2006/main">
              <a:ext uri="{FF2B5EF4-FFF2-40B4-BE49-F238E27FC236}">
                <a16:creationId xmlns:a16="http://schemas.microsoft.com/office/drawing/2014/main" id="{B21905A5-0692-4CE3-B327-4F81C839725F}"/>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742563995"/>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147566-7546-49B9-8E0F-0C4211460619}"/>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05  •  EXIT TICKET</a:t>
            </a:r>
          </a:p>
        </p:txBody>
      </p:sp>
      <p:sp>
        <p:nvSpPr>
          <p:cNvPr id="2" name="">
            <a:extLst xmlns:a="http://schemas.openxmlformats.org/drawingml/2006/main">
              <a:ext uri="{FF2B5EF4-FFF2-40B4-BE49-F238E27FC236}">
                <a16:creationId xmlns:a16="http://schemas.microsoft.com/office/drawing/2014/main" id="{3CDADB1B-C239-4063-9ACA-45C822B60A24}"/>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Route one scenario and explain the layer boundary in one sentence.</a:t>
            </a:r>
          </a:p>
        </p:txBody>
      </p:sp>
      <p:sp>
        <p:nvSpPr>
          <p:cNvPr id="3" name="">
            <a:extLst xmlns:a="http://schemas.openxmlformats.org/drawingml/2006/main">
              <a:ext uri="{FF2B5EF4-FFF2-40B4-BE49-F238E27FC236}">
                <a16:creationId xmlns:a16="http://schemas.microsoft.com/office/drawing/2014/main" id="{B17E87F7-5CFC-4B84-8D27-BE4878434BE3}"/>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9F442766-695F-4223-A6DD-26B1CD08787F}"/>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95690C03-3F99-492A-A336-040193E5AB39}"/>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06</a:t>
            </a:r>
          </a:p>
        </p:txBody>
      </p:sp>
    </p:spTree>
    <p:extLst>
      <p:ext uri="{BB962C8B-B14F-4D97-AF65-F5344CB8AC3E}">
        <p14:creationId xmlns:p14="http://schemas.microsoft.com/office/powerpoint/2010/main" val="16237000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2026-07-30T16:07:48.4160000Z</dcterms:created>
  <dcterms:modified xsi:type="dcterms:W3CDTF">2026-07-30T16:07:48.4160000Z</dcterms:modified>
</coreProperties>
</file>