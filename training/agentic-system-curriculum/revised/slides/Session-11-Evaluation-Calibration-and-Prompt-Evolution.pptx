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aef00182d74d84" /><Relationship Type="http://schemas.openxmlformats.org/officeDocument/2006/relationships/extended-properties" Target="/docProps/app.xml" Id="R00a4d8739b42412c" /><Relationship Type="http://schemas.openxmlformats.org/officeDocument/2006/relationships/officeDocument" Target="/ppt/presentation.xml" Id="R35ac5447d53f40ce" /></Relationships>
</file>

<file path=ppt/presentation.xml><?xml version="1.0" encoding="utf-8"?>
<p:presentation xmlns:p="http://schemas.openxmlformats.org/presentationml/2006/main">
  <p:sldMasterIdLst>
    <p:sldMasterId xmlns:r="http://schemas.openxmlformats.org/officeDocument/2006/relationships" id="2147483648" r:id="R3ccc3df4abe34a9f"/>
  </p:sldMasterIdLst>
  <p:notesMasterIdLst>
    <p:notesMasterId xmlns:r="http://schemas.openxmlformats.org/officeDocument/2006/relationships" r:id="R456f7c98706f4736"/>
  </p:notesMasterIdLst>
  <p:sldIdLst>
    <p:sldId xmlns:r="http://schemas.openxmlformats.org/officeDocument/2006/relationships" id="256" r:id="R6ae22264d30046dc"/>
    <p:sldId xmlns:r="http://schemas.openxmlformats.org/officeDocument/2006/relationships" id="257" r:id="Rc9eb2c3ebf634acd"/>
    <p:sldId xmlns:r="http://schemas.openxmlformats.org/officeDocument/2006/relationships" id="258" r:id="R56e854010b754e6b"/>
    <p:sldId xmlns:r="http://schemas.openxmlformats.org/officeDocument/2006/relationships" id="259" r:id="R7e047e2efc614f0e"/>
    <p:sldId xmlns:r="http://schemas.openxmlformats.org/officeDocument/2006/relationships" id="260" r:id="Rdea4cf1fd83b4487"/>
    <p:sldId xmlns:r="http://schemas.openxmlformats.org/officeDocument/2006/relationships" id="261" r:id="R573aecce8a764431"/>
    <p:sldId xmlns:r="http://schemas.openxmlformats.org/officeDocument/2006/relationships" id="262" r:id="R3fbc041fe2cc4f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c17c896d564590" /><Relationship Type="http://schemas.openxmlformats.org/officeDocument/2006/relationships/slideMaster" Target="/ppt/slideMasters/slideMaster1.xml" Id="R3ccc3df4abe34a9f" /><Relationship Type="http://schemas.openxmlformats.org/officeDocument/2006/relationships/notesMaster" Target="/ppt/notesMasters/notesMaster1.xml" Id="R456f7c98706f4736" /><Relationship Type="http://schemas.openxmlformats.org/officeDocument/2006/relationships/presProps" Target="/ppt/presProps.xml" Id="R2473f5e61d5e4076" /><Relationship Type="http://schemas.openxmlformats.org/officeDocument/2006/relationships/tableStyles" Target="/ppt/tableStyles.xml" Id="R560f0510a6ac46f1" /><Relationship Type="http://schemas.openxmlformats.org/officeDocument/2006/relationships/slide" Target="/ppt/slides/slide1.xml" Id="R6ae22264d30046dc" /><Relationship Type="http://schemas.openxmlformats.org/officeDocument/2006/relationships/slide" Target="/ppt/slides/slide2.xml" Id="Rc9eb2c3ebf634acd" /><Relationship Type="http://schemas.openxmlformats.org/officeDocument/2006/relationships/slide" Target="/ppt/slides/slide3.xml" Id="R56e854010b754e6b" /><Relationship Type="http://schemas.openxmlformats.org/officeDocument/2006/relationships/slide" Target="/ppt/slides/slide4.xml" Id="R7e047e2efc614f0e" /><Relationship Type="http://schemas.openxmlformats.org/officeDocument/2006/relationships/slide" Target="/ppt/slides/slide5.xml" Id="Rdea4cf1fd83b4487" /><Relationship Type="http://schemas.openxmlformats.org/officeDocument/2006/relationships/slide" Target="/ppt/slides/slide6.xml" Id="R573aecce8a764431" /><Relationship Type="http://schemas.openxmlformats.org/officeDocument/2006/relationships/slide" Target="/ppt/slides/slide7.xml" Id="R3fbc041fe2cc4f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3cce43be734f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c792600d7b4e6e" /><Relationship Type="http://schemas.openxmlformats.org/officeDocument/2006/relationships/notesMaster" Target="/ppt/notesMasters/notesMaster1.xml" Id="Ra54da93205dd41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e339c9c1394d3b" /><Relationship Type="http://schemas.openxmlformats.org/officeDocument/2006/relationships/notesMaster" Target="/ppt/notesMasters/notesMaster1.xml" Id="R43bac1d4cc364f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8575d55f95459e" /><Relationship Type="http://schemas.openxmlformats.org/officeDocument/2006/relationships/notesMaster" Target="/ppt/notesMasters/notesMaster1.xml" Id="R31387bcbe1304e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47e8cfa70143cd" /><Relationship Type="http://schemas.openxmlformats.org/officeDocument/2006/relationships/notesMaster" Target="/ppt/notesMasters/notesMaster1.xml" Id="Re412894bcc6d4a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a8c99988da42e8" /><Relationship Type="http://schemas.openxmlformats.org/officeDocument/2006/relationships/notesMaster" Target="/ppt/notesMasters/notesMaster1.xml" Id="R035040e523de4e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1dba35e2a84a7b" /><Relationship Type="http://schemas.openxmlformats.org/officeDocument/2006/relationships/notesMaster" Target="/ppt/notesMasters/notesMaster1.xml" Id="R00d6f59af11f4d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30065e03ca4281" /><Relationship Type="http://schemas.openxmlformats.org/officeDocument/2006/relationships/notesMaster" Target="/ppt/notesMasters/notesMaster1.xml" Id="R6bc15630754f45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034b1c145b41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aaf05b3341446e" /><Relationship Type="http://schemas.openxmlformats.org/officeDocument/2006/relationships/slideLayout" Target="/ppt/slideLayouts/slideLayout1.xml" Id="Rf0f2db9edd664a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f2db9edd664a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6e0c7a7c2e458a" /><Relationship Type="http://schemas.openxmlformats.org/officeDocument/2006/relationships/notesSlide" Target="/ppt/notesSlides/notesSlide1.xml" Id="R991b3ed133c847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8c7d1fc386427f" /><Relationship Type="http://schemas.openxmlformats.org/officeDocument/2006/relationships/notesSlide" Target="/ppt/notesSlides/notesSlide2.xml" Id="Rde940c6bdf2447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bcb2f19b1f4e97" /><Relationship Type="http://schemas.openxmlformats.org/officeDocument/2006/relationships/notesSlide" Target="/ppt/notesSlides/notesSlide3.xml" Id="R52a268ba31a04d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abf16be8f143bc" /><Relationship Type="http://schemas.openxmlformats.org/officeDocument/2006/relationships/notesSlide" Target="/ppt/notesSlides/notesSlide4.xml" Id="Rd28b42e8f23a46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dc318221e14881" /><Relationship Type="http://schemas.openxmlformats.org/officeDocument/2006/relationships/notesSlide" Target="/ppt/notesSlides/notesSlide5.xml" Id="Rac5bc56944ad4b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31f31c161f431a" /><Relationship Type="http://schemas.openxmlformats.org/officeDocument/2006/relationships/notesSlide" Target="/ppt/notesSlides/notesSlide6.xml" Id="R5f08da33416841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a94f4473974f42" /><Relationship Type="http://schemas.openxmlformats.org/officeDocument/2006/relationships/notesSlide" Target="/ppt/notesSlides/notesSlide7.xml" Id="Rb33a42596de3488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91439A-05DC-4ADF-AEBA-51621BE0E459}"/>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73F4BF72-E974-40BF-AD0C-254180B0F911}"/>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AA5CCD9F-0746-4FD9-AECD-4EA96120BE4D}"/>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11</a:t>
            </a:r>
          </a:p>
        </p:txBody>
      </p:sp>
      <p:sp>
        <p:nvSpPr>
          <p:cNvPr id="4" name="">
            <a:extLst xmlns:a="http://schemas.openxmlformats.org/drawingml/2006/main">
              <a:ext uri="{FF2B5EF4-FFF2-40B4-BE49-F238E27FC236}">
                <a16:creationId xmlns:a16="http://schemas.microsoft.com/office/drawing/2014/main" id="{10A36B68-37D9-4DE8-B7D9-C2955EC95B65}"/>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Evaluation, Calibration, and Prompt Evolution</a:t>
            </a:r>
          </a:p>
        </p:txBody>
      </p:sp>
      <p:sp>
        <p:nvSpPr>
          <p:cNvPr id="5" name="">
            <a:extLst xmlns:a="http://schemas.openxmlformats.org/drawingml/2006/main">
              <a:ext uri="{FF2B5EF4-FFF2-40B4-BE49-F238E27FC236}">
                <a16:creationId xmlns:a16="http://schemas.microsoft.com/office/drawing/2014/main" id="{7E9DE9C2-710C-408E-87F6-634FD6E206D8}"/>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know a prompt is improving rather than merely changing?</a:t>
            </a:r>
          </a:p>
        </p:txBody>
      </p:sp>
      <p:sp>
        <p:nvSpPr>
          <p:cNvPr id="6" name="">
            <a:extLst xmlns:a="http://schemas.openxmlformats.org/drawingml/2006/main">
              <a:ext uri="{FF2B5EF4-FFF2-40B4-BE49-F238E27FC236}">
                <a16:creationId xmlns:a16="http://schemas.microsoft.com/office/drawing/2014/main" id="{9155F021-F659-46C4-9821-11B8F4A8076A}"/>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5F8DABA-D44C-4952-8A9D-01BFDFA98761}"/>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11</a:t>
            </a:r>
          </a:p>
        </p:txBody>
      </p:sp>
      <p:sp>
        <p:nvSpPr>
          <p:cNvPr id="8" name="">
            <a:extLst xmlns:a="http://schemas.openxmlformats.org/drawingml/2006/main">
              <a:ext uri="{FF2B5EF4-FFF2-40B4-BE49-F238E27FC236}">
                <a16:creationId xmlns:a16="http://schemas.microsoft.com/office/drawing/2014/main" id="{8334987E-13B1-4A43-B6E2-6A8DDA484DF4}"/>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8229DE96-707B-49B1-9096-2FE0DE8659D9}"/>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7312822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0FB71DA-3E34-4848-B4B8-D62EBBA650F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11 OUTCOMES</a:t>
            </a:r>
          </a:p>
        </p:txBody>
      </p:sp>
      <p:sp>
        <p:nvSpPr>
          <p:cNvPr id="2" name="">
            <a:extLst xmlns:a="http://schemas.openxmlformats.org/drawingml/2006/main">
              <a:ext uri="{FF2B5EF4-FFF2-40B4-BE49-F238E27FC236}">
                <a16:creationId xmlns:a16="http://schemas.microsoft.com/office/drawing/2014/main" id="{F116015D-F1C0-439F-A9B5-99DA78B8FDCC}"/>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054865BC-89C1-415D-B3FE-4A30B2B63176}"/>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DC9B1F4-57FA-4C81-97D3-6A08AC4DD46C}"/>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54B5D6B-504D-4D05-867B-02ABA87DD55C}"/>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Build a contract-derived rubric</a:t>
            </a:r>
          </a:p>
        </p:txBody>
      </p:sp>
      <p:sp>
        <p:nvSpPr>
          <p:cNvPr id="6" name="">
            <a:extLst xmlns:a="http://schemas.openxmlformats.org/drawingml/2006/main">
              <a:ext uri="{FF2B5EF4-FFF2-40B4-BE49-F238E27FC236}">
                <a16:creationId xmlns:a16="http://schemas.microsoft.com/office/drawing/2014/main" id="{204753C7-B1A0-4EFA-BED7-786CEBECEE27}"/>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3BDB02D-17DC-4666-AE83-5B40A991D79B}"/>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FF5D463C-5AD5-42A5-A777-00E6071FBE70}"/>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Measure calibration and boundary adherence</a:t>
            </a:r>
          </a:p>
        </p:txBody>
      </p:sp>
      <p:sp>
        <p:nvSpPr>
          <p:cNvPr id="9" name="">
            <a:extLst xmlns:a="http://schemas.openxmlformats.org/drawingml/2006/main">
              <a:ext uri="{FF2B5EF4-FFF2-40B4-BE49-F238E27FC236}">
                <a16:creationId xmlns:a16="http://schemas.microsoft.com/office/drawing/2014/main" id="{FDCCA259-6937-426C-A697-AA28F818FA1F}"/>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A76E3D0-CA9A-4217-9AC0-9EAF6C5504D3}"/>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AE83B866-9A56-46E1-B0F1-9B5DD7716A74}"/>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Evolve prompts through controlled change</a:t>
            </a:r>
          </a:p>
        </p:txBody>
      </p:sp>
      <p:sp>
        <p:nvSpPr>
          <p:cNvPr id="12" name="">
            <a:extLst xmlns:a="http://schemas.openxmlformats.org/drawingml/2006/main">
              <a:ext uri="{FF2B5EF4-FFF2-40B4-BE49-F238E27FC236}">
                <a16:creationId xmlns:a16="http://schemas.microsoft.com/office/drawing/2014/main" id="{CBB0958B-4E33-4CDA-B3CA-C1C59489C9DE}"/>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3C1D945C-4C1E-4848-9732-27C15F2060FA}"/>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72A002AD-AE78-4957-947B-A58F857914D2}"/>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FC29F63C-6236-4B52-83D3-5B9F6AF0F4FF}"/>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93CAF8E3-06B9-4514-9FDF-1F0C92AC3EC7}"/>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F2E47D0A-6F33-4C8C-98FE-66374465C778}"/>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28C25055-1B81-46CD-BF45-9FACA6852ED0}"/>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D65B8A17-6EF4-4AEC-B2C0-D73998554907}"/>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5401ACD8-9578-4C4F-9303-7077999FE2D2}"/>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6C70C88A-0E1D-4E77-A239-5EFD7E094BB5}"/>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05B81659-982D-4D4D-B644-BBBC01BEC43D}"/>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59711C9A-1338-45E1-8BA2-A2684068E2E3}"/>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6750E90F-5C59-47D5-8E8A-863557686210}"/>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10F92A8B-B31A-40C7-8C48-777718DA65D1}"/>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2A0328BB-EC2B-41EC-A6EB-EC15260BD803}"/>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2072D4DF-BECD-4281-AD2C-F47F45EFBEBD}"/>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EBBBEDC2-B3D3-49C0-B7F7-CF0CEE6FD3A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92591259-7F52-447F-A32E-0D27363AE35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30" name="">
            <a:extLst xmlns:a="http://schemas.openxmlformats.org/drawingml/2006/main">
              <a:ext uri="{FF2B5EF4-FFF2-40B4-BE49-F238E27FC236}">
                <a16:creationId xmlns:a16="http://schemas.microsoft.com/office/drawing/2014/main" id="{9F505169-FC3C-4FB0-B461-AA12B703399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680824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2E13793-73E8-44E0-9D65-F0D33118264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43F720C8-1335-491C-995D-29804616D55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619EBB8C-4FBA-4458-9E99-8163DF9565F6}"/>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7BA986C-F6BA-4157-B167-D8BA52B98827}"/>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EVAL CASE</a:t>
            </a:r>
          </a:p>
        </p:txBody>
      </p:sp>
      <p:sp>
        <p:nvSpPr>
          <p:cNvPr id="5" name="">
            <a:extLst xmlns:a="http://schemas.openxmlformats.org/drawingml/2006/main">
              <a:ext uri="{FF2B5EF4-FFF2-40B4-BE49-F238E27FC236}">
                <a16:creationId xmlns:a16="http://schemas.microsoft.com/office/drawing/2014/main" id="{FDAB946A-FD2B-42DA-8D95-E81B906D400E}"/>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Input + expected invariant</a:t>
            </a:r>
          </a:p>
        </p:txBody>
      </p:sp>
      <p:sp>
        <p:nvSpPr>
          <p:cNvPr id="6" name="">
            <a:extLst xmlns:a="http://schemas.openxmlformats.org/drawingml/2006/main">
              <a:ext uri="{FF2B5EF4-FFF2-40B4-BE49-F238E27FC236}">
                <a16:creationId xmlns:a16="http://schemas.microsoft.com/office/drawing/2014/main" id="{8115C266-8922-4574-8D56-6B13386D991D}"/>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5C8D4CA-E52E-4F2E-AACF-27C3A047AC81}"/>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CALIBRATION</a:t>
            </a:r>
          </a:p>
        </p:txBody>
      </p:sp>
      <p:sp>
        <p:nvSpPr>
          <p:cNvPr id="8" name="">
            <a:extLst xmlns:a="http://schemas.openxmlformats.org/drawingml/2006/main">
              <a:ext uri="{FF2B5EF4-FFF2-40B4-BE49-F238E27FC236}">
                <a16:creationId xmlns:a16="http://schemas.microsoft.com/office/drawing/2014/main" id="{188E3BDA-31D8-49C8-8468-4585B547356C}"/>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Confidence matches support</a:t>
            </a:r>
          </a:p>
        </p:txBody>
      </p:sp>
      <p:sp>
        <p:nvSpPr>
          <p:cNvPr id="9" name="">
            <a:extLst xmlns:a="http://schemas.openxmlformats.org/drawingml/2006/main">
              <a:ext uri="{FF2B5EF4-FFF2-40B4-BE49-F238E27FC236}">
                <a16:creationId xmlns:a16="http://schemas.microsoft.com/office/drawing/2014/main" id="{618F1B3E-DA94-436A-8F4F-8770B2FCE3AB}"/>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48D387A-E065-4E62-AF49-88511FB411B7}"/>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REGRESSION</a:t>
            </a:r>
          </a:p>
        </p:txBody>
      </p:sp>
      <p:sp>
        <p:nvSpPr>
          <p:cNvPr id="11" name="">
            <a:extLst xmlns:a="http://schemas.openxmlformats.org/drawingml/2006/main">
              <a:ext uri="{FF2B5EF4-FFF2-40B4-BE49-F238E27FC236}">
                <a16:creationId xmlns:a16="http://schemas.microsoft.com/office/drawing/2014/main" id="{DA39046F-BF50-4C55-8349-26AAD21475E0}"/>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Lost prior invariant</a:t>
            </a:r>
          </a:p>
        </p:txBody>
      </p:sp>
      <p:sp>
        <p:nvSpPr>
          <p:cNvPr id="12" name="">
            <a:extLst xmlns:a="http://schemas.openxmlformats.org/drawingml/2006/main">
              <a:ext uri="{FF2B5EF4-FFF2-40B4-BE49-F238E27FC236}">
                <a16:creationId xmlns:a16="http://schemas.microsoft.com/office/drawing/2014/main" id="{0CACC78F-2F4E-48DC-B46B-6C729B9B6291}"/>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6CE0EED-4C71-448C-B591-13049972B715}"/>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EVOLUTION</a:t>
            </a:r>
          </a:p>
        </p:txBody>
      </p:sp>
      <p:sp>
        <p:nvSpPr>
          <p:cNvPr id="14" name="">
            <a:extLst xmlns:a="http://schemas.openxmlformats.org/drawingml/2006/main">
              <a:ext uri="{FF2B5EF4-FFF2-40B4-BE49-F238E27FC236}">
                <a16:creationId xmlns:a16="http://schemas.microsoft.com/office/drawing/2014/main" id="{414107A2-8133-47AB-AED6-7450BF275054}"/>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Propose, test, approve, version</a:t>
            </a:r>
          </a:p>
        </p:txBody>
      </p:sp>
      <p:sp>
        <p:nvSpPr>
          <p:cNvPr id="15" name="">
            <a:extLst xmlns:a="http://schemas.openxmlformats.org/drawingml/2006/main">
              <a:ext uri="{FF2B5EF4-FFF2-40B4-BE49-F238E27FC236}">
                <a16:creationId xmlns:a16="http://schemas.microsoft.com/office/drawing/2014/main" id="{83C58B42-3A49-486B-9D6F-75A276EF1427}"/>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E9ADC031-8F2B-465B-9786-577E69A12778}"/>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3C375394-8159-4C38-8576-5FA43A7D96DE}"/>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E3488001-9405-432C-9017-FBB74455AB98}"/>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7AB313EA-E81B-4C86-AA77-43AC4E912B2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8FF25C2-373A-43EE-AC26-905F5EB038D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21" name="">
            <a:extLst xmlns:a="http://schemas.openxmlformats.org/drawingml/2006/main">
              <a:ext uri="{FF2B5EF4-FFF2-40B4-BE49-F238E27FC236}">
                <a16:creationId xmlns:a16="http://schemas.microsoft.com/office/drawing/2014/main" id="{7F8CE55A-8FB4-4186-B033-B9D911132AE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9386152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3A35592-8B33-4F56-8321-5F10AB5F01BC}"/>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27589705-68DD-433C-8ACB-A56F32F288A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3EE31C0D-A54B-424F-A54A-E75E36CA3CFA}"/>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D20E1F2-C293-4DB6-BE49-BF6F5A23479B}"/>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8D9B5A75-6CCC-431D-9787-1C1AC8F86238}"/>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Baseline cases</a:t>
            </a:r>
          </a:p>
        </p:txBody>
      </p:sp>
      <p:sp>
        <p:nvSpPr>
          <p:cNvPr id="6" name="">
            <a:extLst xmlns:a="http://schemas.openxmlformats.org/drawingml/2006/main">
              <a:ext uri="{FF2B5EF4-FFF2-40B4-BE49-F238E27FC236}">
                <a16:creationId xmlns:a16="http://schemas.microsoft.com/office/drawing/2014/main" id="{E534E0CE-6DFF-44BE-94F2-07784D6445AC}"/>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6F4EC15F-6A00-4DCB-BEC6-CE7BF0C9DBA4}"/>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68DDAB79-C528-434D-8F7B-C924ED32A1BD}"/>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97025EBF-389D-44E4-8B08-E7E71660B0F6}"/>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A524625C-8883-4157-8536-94CC7A4F2D07}"/>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Candidate prompt</a:t>
            </a:r>
          </a:p>
        </p:txBody>
      </p:sp>
      <p:sp>
        <p:nvSpPr>
          <p:cNvPr id="11" name="">
            <a:extLst xmlns:a="http://schemas.openxmlformats.org/drawingml/2006/main">
              <a:ext uri="{FF2B5EF4-FFF2-40B4-BE49-F238E27FC236}">
                <a16:creationId xmlns:a16="http://schemas.microsoft.com/office/drawing/2014/main" id="{24A1AC37-249C-4DA1-9F74-B7EBA96BE05B}"/>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7E69BDF9-7241-4123-BDB9-CA46BE9EC46B}"/>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A3A52379-B001-4B01-8780-97E79FF217E2}"/>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6E0C6159-F153-4DCC-9531-466FCF1A632E}"/>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96718968-053E-4C51-A183-ADD32E0441AB}"/>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Run both</a:t>
            </a:r>
          </a:p>
        </p:txBody>
      </p:sp>
      <p:sp>
        <p:nvSpPr>
          <p:cNvPr id="16" name="">
            <a:extLst xmlns:a="http://schemas.openxmlformats.org/drawingml/2006/main">
              <a:ext uri="{FF2B5EF4-FFF2-40B4-BE49-F238E27FC236}">
                <a16:creationId xmlns:a16="http://schemas.microsoft.com/office/drawing/2014/main" id="{168B64C4-CFC3-4E05-AB56-4110DF5B7B26}"/>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CABCDF8-35D7-46E3-BCE8-502F82E2E0E8}"/>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F6EB2186-3411-4624-B277-ED474EB96A08}"/>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977FD4BA-C4CC-4C93-8A64-DAAE28981833}"/>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502ABF95-F22D-4CB9-85D9-CB0EA4478D09}"/>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Compare scores</a:t>
            </a:r>
          </a:p>
        </p:txBody>
      </p:sp>
      <p:sp>
        <p:nvSpPr>
          <p:cNvPr id="21" name="">
            <a:extLst xmlns:a="http://schemas.openxmlformats.org/drawingml/2006/main">
              <a:ext uri="{FF2B5EF4-FFF2-40B4-BE49-F238E27FC236}">
                <a16:creationId xmlns:a16="http://schemas.microsoft.com/office/drawing/2014/main" id="{827AE5D6-7F48-4337-9D23-90E4E74004DD}"/>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3901E5EF-A6D1-4342-928C-A1CF9716C07C}"/>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4A2727C1-FA21-4B45-BE3F-64977867E4F9}"/>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2AD29683-514C-4091-9B88-26E617D03135}"/>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3B074871-2E7F-4083-B8AD-ACF770CCB88B}"/>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Human disposition</a:t>
            </a:r>
          </a:p>
        </p:txBody>
      </p:sp>
      <p:sp>
        <p:nvSpPr>
          <p:cNvPr id="26" name="">
            <a:extLst xmlns:a="http://schemas.openxmlformats.org/drawingml/2006/main">
              <a:ext uri="{FF2B5EF4-FFF2-40B4-BE49-F238E27FC236}">
                <a16:creationId xmlns:a16="http://schemas.microsoft.com/office/drawing/2014/main" id="{507A3486-D91D-4CBE-AB45-1BF6F80E7BBC}"/>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C2117446-D2D8-43B8-B864-765BB9C1113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55499B4D-193A-4CBA-98C2-66312FF11E2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29" name="">
            <a:extLst xmlns:a="http://schemas.openxmlformats.org/drawingml/2006/main">
              <a:ext uri="{FF2B5EF4-FFF2-40B4-BE49-F238E27FC236}">
                <a16:creationId xmlns:a16="http://schemas.microsoft.com/office/drawing/2014/main" id="{5330AB56-F688-4599-8E88-0AB08682402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8449536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B88BA92-265C-4BA6-9D04-DE6A0D89F50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17F03183-CF5D-4817-87CA-7A99F3AF950C}"/>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8FEA62CB-E350-44C2-B61E-89B1E6B3BD6B}"/>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9811594-1D97-458B-AB42-F5AE03252525}"/>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CA7E3939-7918-4888-84E0-A9166D6399F5}"/>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Score two prompt versions against the same corpus and explain every regression.</a:t>
            </a:r>
          </a:p>
        </p:txBody>
      </p:sp>
      <p:sp>
        <p:nvSpPr>
          <p:cNvPr id="6" name="">
            <a:extLst xmlns:a="http://schemas.openxmlformats.org/drawingml/2006/main">
              <a:ext uri="{FF2B5EF4-FFF2-40B4-BE49-F238E27FC236}">
                <a16:creationId xmlns:a16="http://schemas.microsoft.com/office/drawing/2014/main" id="{68B44171-773A-48BB-894E-A67EB1A216D2}"/>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956AEE3-F506-4189-AB6A-3BC4FC3B8231}"/>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176411FA-77A9-4D4E-A1E5-6B147F0B8A05}"/>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Run cases</a:t>
            </a:r>
          </a:p>
        </p:txBody>
      </p:sp>
      <p:sp>
        <p:nvSpPr>
          <p:cNvPr id="9" name="">
            <a:extLst xmlns:a="http://schemas.openxmlformats.org/drawingml/2006/main">
              <a:ext uri="{FF2B5EF4-FFF2-40B4-BE49-F238E27FC236}">
                <a16:creationId xmlns:a16="http://schemas.microsoft.com/office/drawing/2014/main" id="{D4C67FFF-76AF-4645-A907-318D18410895}"/>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420A8B6-ED1B-48EB-8010-EDE954F7454F}"/>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440B485A-9374-4BC0-924E-58899ED79959}"/>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Compare evidence</a:t>
            </a:r>
          </a:p>
        </p:txBody>
      </p:sp>
      <p:sp>
        <p:nvSpPr>
          <p:cNvPr id="12" name="">
            <a:extLst xmlns:a="http://schemas.openxmlformats.org/drawingml/2006/main">
              <a:ext uri="{FF2B5EF4-FFF2-40B4-BE49-F238E27FC236}">
                <a16:creationId xmlns:a16="http://schemas.microsoft.com/office/drawing/2014/main" id="{F91468C4-76AE-41A0-8404-BEA41ABFDF9C}"/>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C830ABD-7ABB-4BB1-911D-439D102C8723}"/>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0EA622BF-2B7F-46B5-B020-9882FAD2B6B3}"/>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Recommend disposition</a:t>
            </a:r>
          </a:p>
        </p:txBody>
      </p:sp>
      <p:sp>
        <p:nvSpPr>
          <p:cNvPr id="15" name="">
            <a:extLst xmlns:a="http://schemas.openxmlformats.org/drawingml/2006/main">
              <a:ext uri="{FF2B5EF4-FFF2-40B4-BE49-F238E27FC236}">
                <a16:creationId xmlns:a16="http://schemas.microsoft.com/office/drawing/2014/main" id="{F1DA2B03-E5CA-4C85-BFBC-98150D4AB27D}"/>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4398198E-9E86-4F75-8190-5DA3B0FA1F1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352FE83C-4820-425E-90E1-5ED29B9D76E2}"/>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18" name="">
            <a:extLst xmlns:a="http://schemas.openxmlformats.org/drawingml/2006/main">
              <a:ext uri="{FF2B5EF4-FFF2-40B4-BE49-F238E27FC236}">
                <a16:creationId xmlns:a16="http://schemas.microsoft.com/office/drawing/2014/main" id="{280AAE21-3404-499E-A68C-91340C734DB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6393040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A9A3CD3-8B3F-4A0E-BD14-857D13986F4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8F5F40A5-752B-4A80-A7AF-0ED533A3361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4C820280-1A03-4DB4-88A0-9D4D35A29C2C}"/>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Create a ten-case suite with negative and conflict cases.</a:t>
            </a:r>
          </a:p>
        </p:txBody>
      </p:sp>
      <p:sp>
        <p:nvSpPr>
          <p:cNvPr id="4" name="">
            <a:extLst xmlns:a="http://schemas.openxmlformats.org/drawingml/2006/main">
              <a:ext uri="{FF2B5EF4-FFF2-40B4-BE49-F238E27FC236}">
                <a16:creationId xmlns:a16="http://schemas.microsoft.com/office/drawing/2014/main" id="{9EE38548-E3BD-4710-8956-52450DD5AE24}"/>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A2BBF693-35AE-4BED-A291-BC0B11497092}"/>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54BA8135-D216-4104-84C0-1091EC01960A}"/>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Grounding</a:t>
            </a:r>
          </a:p>
        </p:txBody>
      </p:sp>
      <p:sp>
        <p:nvSpPr>
          <p:cNvPr id="7" name="">
            <a:extLst xmlns:a="http://schemas.openxmlformats.org/drawingml/2006/main">
              <a:ext uri="{FF2B5EF4-FFF2-40B4-BE49-F238E27FC236}">
                <a16:creationId xmlns:a16="http://schemas.microsoft.com/office/drawing/2014/main" id="{3ABBEEFB-3F7C-459F-ADAD-8392BCC6ABD4}"/>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AD464846-1501-4CC2-B564-7472A10D4FBE}"/>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604A1EB5-DD2A-4B48-A722-CC3CC2D0C0EE}"/>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Completeness</a:t>
            </a:r>
          </a:p>
        </p:txBody>
      </p:sp>
      <p:sp>
        <p:nvSpPr>
          <p:cNvPr id="10" name="">
            <a:extLst xmlns:a="http://schemas.openxmlformats.org/drawingml/2006/main">
              <a:ext uri="{FF2B5EF4-FFF2-40B4-BE49-F238E27FC236}">
                <a16:creationId xmlns:a16="http://schemas.microsoft.com/office/drawing/2014/main" id="{1B4E6A2D-8DEF-4614-A83A-F29BCADD0AF1}"/>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62182260-4045-4643-AE70-60CB9E52C391}"/>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2DD0A310-DFD7-4B20-8C22-D05053FF75E0}"/>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Boundaries</a:t>
            </a:r>
          </a:p>
        </p:txBody>
      </p:sp>
      <p:sp>
        <p:nvSpPr>
          <p:cNvPr id="13" name="">
            <a:extLst xmlns:a="http://schemas.openxmlformats.org/drawingml/2006/main">
              <a:ext uri="{FF2B5EF4-FFF2-40B4-BE49-F238E27FC236}">
                <a16:creationId xmlns:a16="http://schemas.microsoft.com/office/drawing/2014/main" id="{43D98772-B334-4BA9-A7E9-CED8B1D3ED7A}"/>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19A5F32C-411A-4763-92C8-75DB838EDA92}"/>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74B5E90-4ED6-4E1B-9230-5E94C1475098}"/>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6" name="">
            <a:extLst xmlns:a="http://schemas.openxmlformats.org/drawingml/2006/main">
              <a:ext uri="{FF2B5EF4-FFF2-40B4-BE49-F238E27FC236}">
                <a16:creationId xmlns:a16="http://schemas.microsoft.com/office/drawing/2014/main" id="{71012280-454F-4B1A-963D-1F958F249DFA}"/>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84E1C641-98F6-4084-BF25-801F9796A6CC}"/>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8D3119B0-73B1-4532-A5C2-9DD499FEBA08}"/>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State</a:t>
            </a:r>
          </a:p>
        </p:txBody>
      </p:sp>
      <p:sp>
        <p:nvSpPr>
          <p:cNvPr id="19" name="">
            <a:extLst xmlns:a="http://schemas.openxmlformats.org/drawingml/2006/main">
              <a:ext uri="{FF2B5EF4-FFF2-40B4-BE49-F238E27FC236}">
                <a16:creationId xmlns:a16="http://schemas.microsoft.com/office/drawing/2014/main" id="{1BE0DF08-320F-4D8C-A5FB-B283AA506E17}"/>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35FF8C99-37F3-4F5C-8EA0-50E0648D8815}"/>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82487B2C-9EDB-44C2-9B74-B1E3F6004705}"/>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 fit</a:t>
            </a:r>
          </a:p>
        </p:txBody>
      </p:sp>
      <p:sp>
        <p:nvSpPr>
          <p:cNvPr id="22" name="">
            <a:extLst xmlns:a="http://schemas.openxmlformats.org/drawingml/2006/main">
              <a:ext uri="{FF2B5EF4-FFF2-40B4-BE49-F238E27FC236}">
                <a16:creationId xmlns:a16="http://schemas.microsoft.com/office/drawing/2014/main" id="{43B55EAB-F96B-4E41-B99F-B1495E1DC8E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694BF144-699E-4648-85F4-943F65712E3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24" name="">
            <a:extLst xmlns:a="http://schemas.openxmlformats.org/drawingml/2006/main">
              <a:ext uri="{FF2B5EF4-FFF2-40B4-BE49-F238E27FC236}">
                <a16:creationId xmlns:a16="http://schemas.microsoft.com/office/drawing/2014/main" id="{FCD94437-30D0-41D5-B9BA-6A1FF6D915AC}"/>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316243210"/>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D7D438-6061-4D6E-BF79-66F17B61ADB2}"/>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11  •  EXIT TICKET</a:t>
            </a:r>
          </a:p>
        </p:txBody>
      </p:sp>
      <p:sp>
        <p:nvSpPr>
          <p:cNvPr id="2" name="">
            <a:extLst xmlns:a="http://schemas.openxmlformats.org/drawingml/2006/main">
              <a:ext uri="{FF2B5EF4-FFF2-40B4-BE49-F238E27FC236}">
                <a16:creationId xmlns:a16="http://schemas.microsoft.com/office/drawing/2014/main" id="{1CF20FC5-BE31-42C9-892A-C79DA686DD24}"/>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Recommend a version change and tie it to semantic impact.</a:t>
            </a:r>
          </a:p>
        </p:txBody>
      </p:sp>
      <p:sp>
        <p:nvSpPr>
          <p:cNvPr id="3" name="">
            <a:extLst xmlns:a="http://schemas.openxmlformats.org/drawingml/2006/main">
              <a:ext uri="{FF2B5EF4-FFF2-40B4-BE49-F238E27FC236}">
                <a16:creationId xmlns:a16="http://schemas.microsoft.com/office/drawing/2014/main" id="{B01643BB-0B8A-4786-A815-66F13B2129BE}"/>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5FECDA5E-05BF-4FEC-B60F-EC7CFB4FBFA8}"/>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3EE3099F-D2F3-4388-B782-7C0034BBCA6D}"/>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12</a:t>
            </a:r>
          </a:p>
        </p:txBody>
      </p:sp>
    </p:spTree>
    <p:extLst>
      <p:ext uri="{BB962C8B-B14F-4D97-AF65-F5344CB8AC3E}">
        <p14:creationId xmlns:p14="http://schemas.microsoft.com/office/powerpoint/2010/main" val="2022820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2026-07-30T16:08:06.0540000Z</dcterms:created>
  <dcterms:modified xsi:type="dcterms:W3CDTF">2026-07-30T16:08:06.0540000Z</dcterms:modified>
</coreProperties>
</file>