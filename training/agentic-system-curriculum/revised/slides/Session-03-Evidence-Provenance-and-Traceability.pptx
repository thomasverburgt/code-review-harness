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5f5bb896184348" /><Relationship Type="http://schemas.openxmlformats.org/officeDocument/2006/relationships/extended-properties" Target="/docProps/app.xml" Id="Rbe14c6ee50e14605" /><Relationship Type="http://schemas.openxmlformats.org/officeDocument/2006/relationships/officeDocument" Target="/ppt/presentation.xml" Id="R1c761cab13994f23" /></Relationships>
</file>

<file path=ppt/presentation.xml><?xml version="1.0" encoding="utf-8"?>
<p:presentation xmlns:p="http://schemas.openxmlformats.org/presentationml/2006/main">
  <p:sldMasterIdLst>
    <p:sldMasterId xmlns:r="http://schemas.openxmlformats.org/officeDocument/2006/relationships" id="2147483648" r:id="R92a977c459084575"/>
  </p:sldMasterIdLst>
  <p:notesMasterIdLst>
    <p:notesMasterId xmlns:r="http://schemas.openxmlformats.org/officeDocument/2006/relationships" r:id="R03580e86595b4bf4"/>
  </p:notesMasterIdLst>
  <p:sldIdLst>
    <p:sldId xmlns:r="http://schemas.openxmlformats.org/officeDocument/2006/relationships" id="256" r:id="Rbd7f05b81fe44166"/>
    <p:sldId xmlns:r="http://schemas.openxmlformats.org/officeDocument/2006/relationships" id="257" r:id="R7f5a625009ab4044"/>
    <p:sldId xmlns:r="http://schemas.openxmlformats.org/officeDocument/2006/relationships" id="258" r:id="R00712aaae9f54395"/>
    <p:sldId xmlns:r="http://schemas.openxmlformats.org/officeDocument/2006/relationships" id="259" r:id="R7cf387dfcae3460b"/>
    <p:sldId xmlns:r="http://schemas.openxmlformats.org/officeDocument/2006/relationships" id="260" r:id="Rd857554650c84171"/>
    <p:sldId xmlns:r="http://schemas.openxmlformats.org/officeDocument/2006/relationships" id="261" r:id="Rc8dd505709e24737"/>
    <p:sldId xmlns:r="http://schemas.openxmlformats.org/officeDocument/2006/relationships" id="262" r:id="R901f0fbc830e4a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e4aace075c480d" /><Relationship Type="http://schemas.openxmlformats.org/officeDocument/2006/relationships/slideMaster" Target="/ppt/slideMasters/slideMaster1.xml" Id="R92a977c459084575" /><Relationship Type="http://schemas.openxmlformats.org/officeDocument/2006/relationships/notesMaster" Target="/ppt/notesMasters/notesMaster1.xml" Id="R03580e86595b4bf4" /><Relationship Type="http://schemas.openxmlformats.org/officeDocument/2006/relationships/presProps" Target="/ppt/presProps.xml" Id="Re3b79c5c66d3466f" /><Relationship Type="http://schemas.openxmlformats.org/officeDocument/2006/relationships/tableStyles" Target="/ppt/tableStyles.xml" Id="Ra30df2e3a8f84f5f" /><Relationship Type="http://schemas.openxmlformats.org/officeDocument/2006/relationships/slide" Target="/ppt/slides/slide1.xml" Id="Rbd7f05b81fe44166" /><Relationship Type="http://schemas.openxmlformats.org/officeDocument/2006/relationships/slide" Target="/ppt/slides/slide2.xml" Id="R7f5a625009ab4044" /><Relationship Type="http://schemas.openxmlformats.org/officeDocument/2006/relationships/slide" Target="/ppt/slides/slide3.xml" Id="R00712aaae9f54395" /><Relationship Type="http://schemas.openxmlformats.org/officeDocument/2006/relationships/slide" Target="/ppt/slides/slide4.xml" Id="R7cf387dfcae3460b" /><Relationship Type="http://schemas.openxmlformats.org/officeDocument/2006/relationships/slide" Target="/ppt/slides/slide5.xml" Id="Rd857554650c84171" /><Relationship Type="http://schemas.openxmlformats.org/officeDocument/2006/relationships/slide" Target="/ppt/slides/slide6.xml" Id="Rc8dd505709e24737" /><Relationship Type="http://schemas.openxmlformats.org/officeDocument/2006/relationships/slide" Target="/ppt/slides/slide7.xml" Id="R901f0fbc830e4a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1bc89f9455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fc33385c2643a0" /><Relationship Type="http://schemas.openxmlformats.org/officeDocument/2006/relationships/notesMaster" Target="/ppt/notesMasters/notesMaster1.xml" Id="R72d6c2a809724b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9319e72f2349d4" /><Relationship Type="http://schemas.openxmlformats.org/officeDocument/2006/relationships/notesMaster" Target="/ppt/notesMasters/notesMaster1.xml" Id="Rce237bc8fa3e4e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fd19c92e7a4a93" /><Relationship Type="http://schemas.openxmlformats.org/officeDocument/2006/relationships/notesMaster" Target="/ppt/notesMasters/notesMaster1.xml" Id="R416eb4202d7d47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0dc0047e6c483f" /><Relationship Type="http://schemas.openxmlformats.org/officeDocument/2006/relationships/notesMaster" Target="/ppt/notesMasters/notesMaster1.xml" Id="Rd732e0ea00154f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35b027ea894a29" /><Relationship Type="http://schemas.openxmlformats.org/officeDocument/2006/relationships/notesMaster" Target="/ppt/notesMasters/notesMaster1.xml" Id="R3f4d0a67a5334a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4d367ccf4040b9" /><Relationship Type="http://schemas.openxmlformats.org/officeDocument/2006/relationships/notesMaster" Target="/ppt/notesMasters/notesMaster1.xml" Id="R060ec37afbd04c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fd3bf09a6347d0" /><Relationship Type="http://schemas.openxmlformats.org/officeDocument/2006/relationships/notesMaster" Target="/ppt/notesMasters/notesMaster1.xml" Id="R1a0a41ebd05a42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8dc3113cf046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27614edfc247ef" /><Relationship Type="http://schemas.openxmlformats.org/officeDocument/2006/relationships/slideLayout" Target="/ppt/slideLayouts/slideLayout1.xml" Id="R28e17d64799a48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e17d64799a48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fea5f51995439b" /><Relationship Type="http://schemas.openxmlformats.org/officeDocument/2006/relationships/notesSlide" Target="/ppt/notesSlides/notesSlide1.xml" Id="R9088ea7e8a1b4f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beda396854ffc" /><Relationship Type="http://schemas.openxmlformats.org/officeDocument/2006/relationships/notesSlide" Target="/ppt/notesSlides/notesSlide2.xml" Id="Re08a6de5406447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44f37e537941f9" /><Relationship Type="http://schemas.openxmlformats.org/officeDocument/2006/relationships/notesSlide" Target="/ppt/notesSlides/notesSlide3.xml" Id="R2c9e27fd391a40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1326e8ad9140a2" /><Relationship Type="http://schemas.openxmlformats.org/officeDocument/2006/relationships/notesSlide" Target="/ppt/notesSlides/notesSlide4.xml" Id="R3996417f983246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a60e86e87e4536" /><Relationship Type="http://schemas.openxmlformats.org/officeDocument/2006/relationships/notesSlide" Target="/ppt/notesSlides/notesSlide5.xml" Id="Rd4c73e8d5f2f4d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7727cfaae14f72" /><Relationship Type="http://schemas.openxmlformats.org/officeDocument/2006/relationships/notesSlide" Target="/ppt/notesSlides/notesSlide6.xml" Id="Rae73ddcf8e4140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222528b1af4557" /><Relationship Type="http://schemas.openxmlformats.org/officeDocument/2006/relationships/notesSlide" Target="/ppt/notesSlides/notesSlide7.xml" Id="Rab06474fd6bd46e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68F9BA-B456-4BA7-BB3F-992F9EDED0C7}"/>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FF5CE6D3-EB12-44EC-835C-C4DC4F4E7DEC}"/>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18688D5B-2DAF-434F-AF81-81C582F71EE6}"/>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03</a:t>
            </a:r>
          </a:p>
        </p:txBody>
      </p:sp>
      <p:sp>
        <p:nvSpPr>
          <p:cNvPr id="4" name="">
            <a:extLst xmlns:a="http://schemas.openxmlformats.org/drawingml/2006/main">
              <a:ext uri="{FF2B5EF4-FFF2-40B4-BE49-F238E27FC236}">
                <a16:creationId xmlns:a16="http://schemas.microsoft.com/office/drawing/2014/main" id="{BFB09B41-7D2A-47D6-84A5-A8E28CCC2C62}"/>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Evidence, Provenance, and Traceability</a:t>
            </a:r>
          </a:p>
        </p:txBody>
      </p:sp>
      <p:sp>
        <p:nvSpPr>
          <p:cNvPr id="5" name="">
            <a:extLst xmlns:a="http://schemas.openxmlformats.org/drawingml/2006/main">
              <a:ext uri="{FF2B5EF4-FFF2-40B4-BE49-F238E27FC236}">
                <a16:creationId xmlns:a16="http://schemas.microsoft.com/office/drawing/2014/main" id="{289059EF-2710-4A0A-AC1B-76E38248DAD4}"/>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Can another engineer reproduce why this finding exists?</a:t>
            </a:r>
          </a:p>
        </p:txBody>
      </p:sp>
      <p:sp>
        <p:nvSpPr>
          <p:cNvPr id="6" name="">
            <a:extLst xmlns:a="http://schemas.openxmlformats.org/drawingml/2006/main">
              <a:ext uri="{FF2B5EF4-FFF2-40B4-BE49-F238E27FC236}">
                <a16:creationId xmlns:a16="http://schemas.microsoft.com/office/drawing/2014/main" id="{811A5176-3548-4C7A-B509-24D7B1240DCB}"/>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A748C64-A22B-447F-91CD-E65EDB186E2A}"/>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AAC92B21-F91E-4082-BF7E-55F7FD9833F8}"/>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08B0A89C-D811-45E4-93C3-DB1586D7C6E1}"/>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2137988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0B5790E-FF0F-44E8-A6EB-209C5A09511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3 OUTCOMES</a:t>
            </a:r>
          </a:p>
        </p:txBody>
      </p:sp>
      <p:sp>
        <p:nvSpPr>
          <p:cNvPr id="2" name="">
            <a:extLst xmlns:a="http://schemas.openxmlformats.org/drawingml/2006/main">
              <a:ext uri="{FF2B5EF4-FFF2-40B4-BE49-F238E27FC236}">
                <a16:creationId xmlns:a16="http://schemas.microsoft.com/office/drawing/2014/main" id="{477B6A3C-13AA-4F0C-A12D-33C55E81730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6CAA2FB8-4221-4C9B-A189-120B92A98D7C}"/>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8B6473FB-C742-4D2D-90D8-840EB2492E97}"/>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25791BD-7C18-44FA-87D7-DD0AB6870B11}"/>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Build a complete evidence chain</a:t>
            </a:r>
          </a:p>
        </p:txBody>
      </p:sp>
      <p:sp>
        <p:nvSpPr>
          <p:cNvPr id="6" name="">
            <a:extLst xmlns:a="http://schemas.openxmlformats.org/drawingml/2006/main">
              <a:ext uri="{FF2B5EF4-FFF2-40B4-BE49-F238E27FC236}">
                <a16:creationId xmlns:a16="http://schemas.microsoft.com/office/drawing/2014/main" id="{DA6A0B7B-7CA2-4526-AE02-86D892710BBC}"/>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F390369C-80CA-451F-8AA7-A47D79EAA066}"/>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4EE1CA30-36FF-4C9C-A3C2-F72C377BF962}"/>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Use provenance, coverage, and confidence correctly</a:t>
            </a:r>
          </a:p>
        </p:txBody>
      </p:sp>
      <p:sp>
        <p:nvSpPr>
          <p:cNvPr id="9" name="">
            <a:extLst xmlns:a="http://schemas.openxmlformats.org/drawingml/2006/main">
              <a:ext uri="{FF2B5EF4-FFF2-40B4-BE49-F238E27FC236}">
                <a16:creationId xmlns:a16="http://schemas.microsoft.com/office/drawing/2014/main" id="{56128758-96B4-4F80-96B4-3E5D9288454B}"/>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B13CC96B-33D4-4DC7-873D-E51DBA5C59C9}"/>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7E470061-48C3-429B-A0E0-C5343D25DFEE}"/>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Handle missing, stale, and conflicting evidence</a:t>
            </a:r>
          </a:p>
        </p:txBody>
      </p:sp>
      <p:sp>
        <p:nvSpPr>
          <p:cNvPr id="12" name="">
            <a:extLst xmlns:a="http://schemas.openxmlformats.org/drawingml/2006/main">
              <a:ext uri="{FF2B5EF4-FFF2-40B4-BE49-F238E27FC236}">
                <a16:creationId xmlns:a16="http://schemas.microsoft.com/office/drawing/2014/main" id="{92B94F8D-C23D-411C-BDB5-DACBA046EA20}"/>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0A9A7EB4-3D6A-4838-8053-F6242DE02C8D}"/>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9EE199E8-27F7-48F8-BF7E-5C1752A6E55C}"/>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9BCC4251-C1C4-4F1C-8137-5AC664EFAFB2}"/>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AE9EF708-E61E-438D-B879-170ABF8C6CBA}"/>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C1B3587-C07D-4AA9-BD35-1276B0A245EC}"/>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8AF9AB82-578A-458F-BBB8-4D94D5B08F85}"/>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E203ADD4-B008-40B8-B82B-7DAA379A87D4}"/>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5913A07E-FEDE-4EB9-9B3D-453A4D6AC582}"/>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A0B60F2E-4707-4B2D-A3E2-B5F190877716}"/>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83ED684C-DB2A-41AB-82CD-B8D44458D119}"/>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292108C7-5F7C-462B-A99B-E62C51818E35}"/>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4907BB6A-EF4A-4694-9EBF-962B16DCB99E}"/>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14D2B5E4-BD5F-4C4F-9AD6-7A958FF9FB75}"/>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9212EFE3-3721-442D-8341-168832E4AB80}"/>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0CA028DE-6909-4800-AB19-0FD0FFF88261}"/>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C785ADB5-8FB2-467D-AD15-EF4281E2C0F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D03832B2-A796-46B8-B5D8-064C2D6C362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30" name="">
            <a:extLst xmlns:a="http://schemas.openxmlformats.org/drawingml/2006/main">
              <a:ext uri="{FF2B5EF4-FFF2-40B4-BE49-F238E27FC236}">
                <a16:creationId xmlns:a16="http://schemas.microsoft.com/office/drawing/2014/main" id="{102B7CE1-D57D-433D-A369-9AEC8178327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3188893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97A13F6-A71B-4D09-A8AC-76D6247263B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F961A531-EC81-4A23-BB40-D77B294FF4F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525C2EFF-8E67-4CBD-9142-517F5F73967F}"/>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EE55644A-5386-4D9B-9B69-05A608D2AB95}"/>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PROVENANCE</a:t>
            </a:r>
          </a:p>
        </p:txBody>
      </p:sp>
      <p:sp>
        <p:nvSpPr>
          <p:cNvPr id="5" name="">
            <a:extLst xmlns:a="http://schemas.openxmlformats.org/drawingml/2006/main">
              <a:ext uri="{FF2B5EF4-FFF2-40B4-BE49-F238E27FC236}">
                <a16:creationId xmlns:a16="http://schemas.microsoft.com/office/drawing/2014/main" id="{D0FC554C-E788-4919-A6F7-39363301624C}"/>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Origin + acquisition</a:t>
            </a:r>
          </a:p>
        </p:txBody>
      </p:sp>
      <p:sp>
        <p:nvSpPr>
          <p:cNvPr id="6" name="">
            <a:extLst xmlns:a="http://schemas.openxmlformats.org/drawingml/2006/main">
              <a:ext uri="{FF2B5EF4-FFF2-40B4-BE49-F238E27FC236}">
                <a16:creationId xmlns:a16="http://schemas.microsoft.com/office/drawing/2014/main" id="{E526D893-9083-4330-B211-5EC795AA1DF9}"/>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7CB98D5-EB3B-4F16-9B2D-9287B67A4878}"/>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COVERAGE</a:t>
            </a:r>
          </a:p>
        </p:txBody>
      </p:sp>
      <p:sp>
        <p:nvSpPr>
          <p:cNvPr id="8" name="">
            <a:extLst xmlns:a="http://schemas.openxmlformats.org/drawingml/2006/main">
              <a:ext uri="{FF2B5EF4-FFF2-40B4-BE49-F238E27FC236}">
                <a16:creationId xmlns:a16="http://schemas.microsoft.com/office/drawing/2014/main" id="{3B02AEDD-08E9-45C9-954A-724CEE0AE31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Inspected + omitted</a:t>
            </a:r>
          </a:p>
        </p:txBody>
      </p:sp>
      <p:sp>
        <p:nvSpPr>
          <p:cNvPr id="9" name="">
            <a:extLst xmlns:a="http://schemas.openxmlformats.org/drawingml/2006/main">
              <a:ext uri="{FF2B5EF4-FFF2-40B4-BE49-F238E27FC236}">
                <a16:creationId xmlns:a16="http://schemas.microsoft.com/office/drawing/2014/main" id="{98C68404-954D-4F7F-8A6D-43FC1EE7DA1E}"/>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5B304460-063D-49DC-83EC-613D4FD62B48}"/>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TRACEABILITY</a:t>
            </a:r>
          </a:p>
        </p:txBody>
      </p:sp>
      <p:sp>
        <p:nvSpPr>
          <p:cNvPr id="11" name="">
            <a:extLst xmlns:a="http://schemas.openxmlformats.org/drawingml/2006/main">
              <a:ext uri="{FF2B5EF4-FFF2-40B4-BE49-F238E27FC236}">
                <a16:creationId xmlns:a16="http://schemas.microsoft.com/office/drawing/2014/main" id="{2314212B-8B7C-4396-BDFB-47D79882C48A}"/>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Stable links</a:t>
            </a:r>
          </a:p>
        </p:txBody>
      </p:sp>
      <p:sp>
        <p:nvSpPr>
          <p:cNvPr id="12" name="">
            <a:extLst xmlns:a="http://schemas.openxmlformats.org/drawingml/2006/main">
              <a:ext uri="{FF2B5EF4-FFF2-40B4-BE49-F238E27FC236}">
                <a16:creationId xmlns:a16="http://schemas.microsoft.com/office/drawing/2014/main" id="{A2C7D81F-DFC3-47DC-AEFA-4998144A2219}"/>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524255CC-1296-4E69-A65D-66DE09C9FB4B}"/>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CONFIDENCE</a:t>
            </a:r>
          </a:p>
        </p:txBody>
      </p:sp>
      <p:sp>
        <p:nvSpPr>
          <p:cNvPr id="14" name="">
            <a:extLst xmlns:a="http://schemas.openxmlformats.org/drawingml/2006/main">
              <a:ext uri="{FF2B5EF4-FFF2-40B4-BE49-F238E27FC236}">
                <a16:creationId xmlns:a16="http://schemas.microsoft.com/office/drawing/2014/main" id="{1D17914C-696D-4DB8-BA14-0B73658AAF31}"/>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Support, not certainty</a:t>
            </a:r>
          </a:p>
        </p:txBody>
      </p:sp>
      <p:sp>
        <p:nvSpPr>
          <p:cNvPr id="15" name="">
            <a:extLst xmlns:a="http://schemas.openxmlformats.org/drawingml/2006/main">
              <a:ext uri="{FF2B5EF4-FFF2-40B4-BE49-F238E27FC236}">
                <a16:creationId xmlns:a16="http://schemas.microsoft.com/office/drawing/2014/main" id="{FD40C15B-802E-4739-B749-72946E7BE3FE}"/>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6A11969E-75D9-4EFA-9F92-4EC4E611EE5C}"/>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2F051408-EC2E-4458-A631-127079CB495C}"/>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34DA5219-E5C4-4AB0-83B7-E073530CEAE3}"/>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F9303582-F843-4920-99A4-8BC15500526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9C454E38-FDA8-43EC-8345-D0672040C78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1" name="">
            <a:extLst xmlns:a="http://schemas.openxmlformats.org/drawingml/2006/main">
              <a:ext uri="{FF2B5EF4-FFF2-40B4-BE49-F238E27FC236}">
                <a16:creationId xmlns:a16="http://schemas.microsoft.com/office/drawing/2014/main" id="{04FC2B78-857B-4670-914C-05B04A7C6B6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8730786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3DAB643-2392-4942-BF8D-ECFEB9A9274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CAF683A3-C2E4-4183-ACCF-5371A72E25C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77CA9C7E-7C4D-442C-90D1-8A1BE64C6691}"/>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69C7254-0D78-4B52-886A-5A1A8B8F423D}"/>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0027F5B2-AEFE-40F9-A3D4-C046AD2933C8}"/>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Lockfile line</a:t>
            </a:r>
          </a:p>
        </p:txBody>
      </p:sp>
      <p:sp>
        <p:nvSpPr>
          <p:cNvPr id="6" name="">
            <a:extLst xmlns:a="http://schemas.openxmlformats.org/drawingml/2006/main">
              <a:ext uri="{FF2B5EF4-FFF2-40B4-BE49-F238E27FC236}">
                <a16:creationId xmlns:a16="http://schemas.microsoft.com/office/drawing/2014/main" id="{7A901AEF-8552-411C-AFD8-D66F2C3E8748}"/>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C975543B-E26F-46BC-9360-42C230478E65}"/>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BAEF0AC5-7DA7-4AF5-88A1-B997D7AF90FC}"/>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EB232174-C51E-44FC-8162-542444A6FE64}"/>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FC3D1291-BE11-45F1-BCBF-DF13EFD849E0}"/>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Evidence item</a:t>
            </a:r>
          </a:p>
        </p:txBody>
      </p:sp>
      <p:sp>
        <p:nvSpPr>
          <p:cNvPr id="11" name="">
            <a:extLst xmlns:a="http://schemas.openxmlformats.org/drawingml/2006/main">
              <a:ext uri="{FF2B5EF4-FFF2-40B4-BE49-F238E27FC236}">
                <a16:creationId xmlns:a16="http://schemas.microsoft.com/office/drawing/2014/main" id="{AA74880C-D1C9-4C69-B08D-4E77FCA306A7}"/>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D19F2BA6-0F80-4D45-A87B-5478E7A68C62}"/>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D09B91E7-CF18-43A3-9B47-0686D722264B}"/>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7CABE710-1F83-4324-BBDC-988BBD41E5C7}"/>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FCD0C415-E35C-47F0-B6EB-6062237A7DF9}"/>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Finding</a:t>
            </a:r>
          </a:p>
        </p:txBody>
      </p:sp>
      <p:sp>
        <p:nvSpPr>
          <p:cNvPr id="16" name="">
            <a:extLst xmlns:a="http://schemas.openxmlformats.org/drawingml/2006/main">
              <a:ext uri="{FF2B5EF4-FFF2-40B4-BE49-F238E27FC236}">
                <a16:creationId xmlns:a16="http://schemas.microsoft.com/office/drawing/2014/main" id="{1E9D8731-2DD3-4FF7-A8F8-8C703B5CC1FF}"/>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14C9097-3A3E-4C63-B2F6-30A63DC9042D}"/>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AA120150-783D-483C-933E-FBF68ABCC222}"/>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0A8D1B85-E1AD-4EEA-B434-46C9E0EDB8EF}"/>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2038F724-51BF-4237-B0B9-CE95159D7075}"/>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CAPA</a:t>
            </a:r>
          </a:p>
        </p:txBody>
      </p:sp>
      <p:sp>
        <p:nvSpPr>
          <p:cNvPr id="21" name="">
            <a:extLst xmlns:a="http://schemas.openxmlformats.org/drawingml/2006/main">
              <a:ext uri="{FF2B5EF4-FFF2-40B4-BE49-F238E27FC236}">
                <a16:creationId xmlns:a16="http://schemas.microsoft.com/office/drawing/2014/main" id="{5662189F-499B-4887-9A5A-EDE80C7ECB4F}"/>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E0F8E300-835A-4E78-8087-0ED0843C8EEA}"/>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A30CC55E-CA98-41DE-BCD6-72CA2F88588C}"/>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10B4B732-696D-4F34-B80E-EEB11636F7E7}"/>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E1768A55-1EF4-41EF-8BAE-8FCBCA50D3ED}"/>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Decision request</a:t>
            </a:r>
          </a:p>
        </p:txBody>
      </p:sp>
      <p:sp>
        <p:nvSpPr>
          <p:cNvPr id="26" name="">
            <a:extLst xmlns:a="http://schemas.openxmlformats.org/drawingml/2006/main">
              <a:ext uri="{FF2B5EF4-FFF2-40B4-BE49-F238E27FC236}">
                <a16:creationId xmlns:a16="http://schemas.microsoft.com/office/drawing/2014/main" id="{356E8B76-E208-4744-9786-F1471AB23D69}"/>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4102253D-52E3-45AC-9E81-57FAC93F8C1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68CD92AE-A630-4611-9747-3FC7412BAB5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9" name="">
            <a:extLst xmlns:a="http://schemas.openxmlformats.org/drawingml/2006/main">
              <a:ext uri="{FF2B5EF4-FFF2-40B4-BE49-F238E27FC236}">
                <a16:creationId xmlns:a16="http://schemas.microsoft.com/office/drawing/2014/main" id="{14942714-7361-4616-BDBE-1E8F5AB861C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4883225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7A870ED-802D-46FF-A3D3-E945A82A28B7}"/>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529F79E8-F11D-4A7C-99E1-971B3971FCD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65D79F25-1224-434D-BEC2-25D239D77274}"/>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2E985D5-4D23-4B05-8358-0F1F789808C2}"/>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6EA0D2A5-1897-4BEF-B7B3-13A0D2F18117}"/>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Build and then deliberately break a finding’s traceability chain.</a:t>
            </a:r>
          </a:p>
        </p:txBody>
      </p:sp>
      <p:sp>
        <p:nvSpPr>
          <p:cNvPr id="6" name="">
            <a:extLst xmlns:a="http://schemas.openxmlformats.org/drawingml/2006/main">
              <a:ext uri="{FF2B5EF4-FFF2-40B4-BE49-F238E27FC236}">
                <a16:creationId xmlns:a16="http://schemas.microsoft.com/office/drawing/2014/main" id="{5FF82C5B-CF46-40B6-B9EB-03919791B762}"/>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DA27962-0356-4251-883A-1F1D1935EB08}"/>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D246EA8-1B71-4877-AE43-A2AE89587ED1}"/>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Map identifiers</a:t>
            </a:r>
          </a:p>
        </p:txBody>
      </p:sp>
      <p:sp>
        <p:nvSpPr>
          <p:cNvPr id="9" name="">
            <a:extLst xmlns:a="http://schemas.openxmlformats.org/drawingml/2006/main">
              <a:ext uri="{FF2B5EF4-FFF2-40B4-BE49-F238E27FC236}">
                <a16:creationId xmlns:a16="http://schemas.microsoft.com/office/drawing/2014/main" id="{702407A7-F84B-43AA-ABE9-FB46D61820C3}"/>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78DED44B-3742-4C9E-8DCC-BC1FF2651B08}"/>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2E105ACC-5933-40E7-86D2-52C26041E50C}"/>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Remove one link</a:t>
            </a:r>
          </a:p>
        </p:txBody>
      </p:sp>
      <p:sp>
        <p:nvSpPr>
          <p:cNvPr id="12" name="">
            <a:extLst xmlns:a="http://schemas.openxmlformats.org/drawingml/2006/main">
              <a:ext uri="{FF2B5EF4-FFF2-40B4-BE49-F238E27FC236}">
                <a16:creationId xmlns:a16="http://schemas.microsoft.com/office/drawing/2014/main" id="{7F556701-6FF5-4E4D-8590-3BBD2B2A3701}"/>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C509A1F-D30F-44A2-918B-7AB1775F4EEF}"/>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17A1DDF9-37DD-441C-9075-1210BE5981B8}"/>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Explain the failure</a:t>
            </a:r>
          </a:p>
        </p:txBody>
      </p:sp>
      <p:sp>
        <p:nvSpPr>
          <p:cNvPr id="15" name="">
            <a:extLst xmlns:a="http://schemas.openxmlformats.org/drawingml/2006/main">
              <a:ext uri="{FF2B5EF4-FFF2-40B4-BE49-F238E27FC236}">
                <a16:creationId xmlns:a16="http://schemas.microsoft.com/office/drawing/2014/main" id="{C73ED033-6936-416A-A8A1-2D379A94AC3F}"/>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D6A41DAA-BFB1-47A5-B6DD-B50A3BD8D06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72C86E2F-647F-423A-A374-910C5E4885A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18" name="">
            <a:extLst xmlns:a="http://schemas.openxmlformats.org/drawingml/2006/main">
              <a:ext uri="{FF2B5EF4-FFF2-40B4-BE49-F238E27FC236}">
                <a16:creationId xmlns:a16="http://schemas.microsoft.com/office/drawing/2014/main" id="{84E54E8E-3F78-4914-9AC4-A3FADDEC624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7908032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D714E6A-A8C6-439A-8374-9FD275C0CD6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60A9F1AE-7B9C-4673-95F0-6B7F8EEB1D2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474F0AD4-1D28-4717-B620-1EAB0FC8FF0F}"/>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Write evidence admission and citation rules that prevent unsupported findings.</a:t>
            </a:r>
          </a:p>
        </p:txBody>
      </p:sp>
      <p:sp>
        <p:nvSpPr>
          <p:cNvPr id="4" name="">
            <a:extLst xmlns:a="http://schemas.openxmlformats.org/drawingml/2006/main">
              <a:ext uri="{FF2B5EF4-FFF2-40B4-BE49-F238E27FC236}">
                <a16:creationId xmlns:a16="http://schemas.microsoft.com/office/drawing/2014/main" id="{74C1E710-7F5E-440B-8DF4-D5957A4365DB}"/>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F1E86913-F3E6-46E9-824A-982AE6544279}"/>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6D012E1E-A60A-4FCF-B039-B4FAF3A494A7}"/>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Admissibility</a:t>
            </a:r>
          </a:p>
        </p:txBody>
      </p:sp>
      <p:sp>
        <p:nvSpPr>
          <p:cNvPr id="7" name="">
            <a:extLst xmlns:a="http://schemas.openxmlformats.org/drawingml/2006/main">
              <a:ext uri="{FF2B5EF4-FFF2-40B4-BE49-F238E27FC236}">
                <a16:creationId xmlns:a16="http://schemas.microsoft.com/office/drawing/2014/main" id="{D1E0C4DE-A070-4714-9661-5B014C6BC92E}"/>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3E6745FB-5A1B-4BAE-A774-6CB30814F3B5}"/>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A422D816-3E99-4ABB-A579-D6410AB140D7}"/>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Freshness</a:t>
            </a:r>
          </a:p>
        </p:txBody>
      </p:sp>
      <p:sp>
        <p:nvSpPr>
          <p:cNvPr id="10" name="">
            <a:extLst xmlns:a="http://schemas.openxmlformats.org/drawingml/2006/main">
              <a:ext uri="{FF2B5EF4-FFF2-40B4-BE49-F238E27FC236}">
                <a16:creationId xmlns:a16="http://schemas.microsoft.com/office/drawing/2014/main" id="{408DA6C7-9E5F-4781-807F-96D8128D9B0A}"/>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37EC4B45-A05F-4CCA-B682-03C497FCAD7B}"/>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E12E7AFE-8850-43A3-8497-28F24B9EAA41}"/>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 IDs</a:t>
            </a:r>
          </a:p>
        </p:txBody>
      </p:sp>
      <p:sp>
        <p:nvSpPr>
          <p:cNvPr id="13" name="">
            <a:extLst xmlns:a="http://schemas.openxmlformats.org/drawingml/2006/main">
              <a:ext uri="{FF2B5EF4-FFF2-40B4-BE49-F238E27FC236}">
                <a16:creationId xmlns:a16="http://schemas.microsoft.com/office/drawing/2014/main" id="{36C37CC1-F961-453A-8BC0-5C47F8B8B0C2}"/>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09EE0AF0-E139-4590-8EB5-F538191A8258}"/>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DB5A093-FB9D-4152-A281-453273F39412}"/>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Coverage</a:t>
            </a:r>
          </a:p>
        </p:txBody>
      </p:sp>
      <p:sp>
        <p:nvSpPr>
          <p:cNvPr id="16" name="">
            <a:extLst xmlns:a="http://schemas.openxmlformats.org/drawingml/2006/main">
              <a:ext uri="{FF2B5EF4-FFF2-40B4-BE49-F238E27FC236}">
                <a16:creationId xmlns:a16="http://schemas.microsoft.com/office/drawing/2014/main" id="{D8D759DE-C979-4732-B8BE-156B6E88F7FC}"/>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9D85DEF0-4911-4FBA-82D3-7B05A0612CB8}"/>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0874BC6D-C4A8-490B-8BD2-9E063CFB7CAD}"/>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Conflicts</a:t>
            </a:r>
          </a:p>
        </p:txBody>
      </p:sp>
      <p:sp>
        <p:nvSpPr>
          <p:cNvPr id="19" name="">
            <a:extLst xmlns:a="http://schemas.openxmlformats.org/drawingml/2006/main">
              <a:ext uri="{FF2B5EF4-FFF2-40B4-BE49-F238E27FC236}">
                <a16:creationId xmlns:a16="http://schemas.microsoft.com/office/drawing/2014/main" id="{8C43FE0A-B4CB-414B-965E-B0805555613D}"/>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E191D5C1-C323-4EB2-951E-6D5595BB4F75}"/>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724350A4-695C-4E95-A9E7-43BD623DD74F}"/>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Incomplete input</a:t>
            </a:r>
          </a:p>
        </p:txBody>
      </p:sp>
      <p:sp>
        <p:nvSpPr>
          <p:cNvPr id="22" name="">
            <a:extLst xmlns:a="http://schemas.openxmlformats.org/drawingml/2006/main">
              <a:ext uri="{FF2B5EF4-FFF2-40B4-BE49-F238E27FC236}">
                <a16:creationId xmlns:a16="http://schemas.microsoft.com/office/drawing/2014/main" id="{789BA0E3-001B-45A1-8E0A-1E79DD18592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A3258799-9F60-4FE5-B5E0-5BB0C3D77FD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4" name="">
            <a:extLst xmlns:a="http://schemas.openxmlformats.org/drawingml/2006/main">
              <a:ext uri="{FF2B5EF4-FFF2-40B4-BE49-F238E27FC236}">
                <a16:creationId xmlns:a16="http://schemas.microsoft.com/office/drawing/2014/main" id="{3E033397-C16E-457C-B8E8-904FA5948F27}"/>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2074151570"/>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ECD78B-A18D-43D0-85BE-23C7089D52BC}"/>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03  •  EXIT TICKET</a:t>
            </a:r>
          </a:p>
        </p:txBody>
      </p:sp>
      <p:sp>
        <p:nvSpPr>
          <p:cNvPr id="2" name="">
            <a:extLst xmlns:a="http://schemas.openxmlformats.org/drawingml/2006/main">
              <a:ext uri="{FF2B5EF4-FFF2-40B4-BE49-F238E27FC236}">
                <a16:creationId xmlns:a16="http://schemas.microsoft.com/office/drawing/2014/main" id="{393124E2-EBD6-4EED-B00B-B88ECDFBF8F3}"/>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Show a reproducible chain and state its coverage limit.</a:t>
            </a:r>
          </a:p>
        </p:txBody>
      </p:sp>
      <p:sp>
        <p:nvSpPr>
          <p:cNvPr id="3" name="">
            <a:extLst xmlns:a="http://schemas.openxmlformats.org/drawingml/2006/main">
              <a:ext uri="{FF2B5EF4-FFF2-40B4-BE49-F238E27FC236}">
                <a16:creationId xmlns:a16="http://schemas.microsoft.com/office/drawing/2014/main" id="{6A477576-C39D-4278-A4FB-549E7D804B72}"/>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6D4D0F08-519A-4146-A037-4C18B1A98E37}"/>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64CA5A27-C3DE-4FCE-9431-322C179091C8}"/>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04</a:t>
            </a:r>
          </a:p>
        </p:txBody>
      </p:sp>
    </p:spTree>
    <p:extLst>
      <p:ext uri="{BB962C8B-B14F-4D97-AF65-F5344CB8AC3E}">
        <p14:creationId xmlns:p14="http://schemas.microsoft.com/office/powerpoint/2010/main" val="106022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2026-07-30T16:07:43.2320000Z</dcterms:created>
  <dcterms:modified xsi:type="dcterms:W3CDTF">2026-07-30T16:07:43.2320000Z</dcterms:modified>
</coreProperties>
</file>