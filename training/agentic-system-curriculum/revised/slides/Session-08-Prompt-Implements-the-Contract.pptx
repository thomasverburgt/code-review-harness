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dba6cfb9034c47" /><Relationship Type="http://schemas.openxmlformats.org/officeDocument/2006/relationships/extended-properties" Target="/docProps/app.xml" Id="R290ca6340e9b45a3" /><Relationship Type="http://schemas.openxmlformats.org/officeDocument/2006/relationships/officeDocument" Target="/ppt/presentation.xml" Id="Rcbcfa3d3529f4781" /></Relationships>
</file>

<file path=ppt/presentation.xml><?xml version="1.0" encoding="utf-8"?>
<p:presentation xmlns:p="http://schemas.openxmlformats.org/presentationml/2006/main">
  <p:sldMasterIdLst>
    <p:sldMasterId xmlns:r="http://schemas.openxmlformats.org/officeDocument/2006/relationships" id="2147483648" r:id="R1bb588aa918a43fb"/>
  </p:sldMasterIdLst>
  <p:notesMasterIdLst>
    <p:notesMasterId xmlns:r="http://schemas.openxmlformats.org/officeDocument/2006/relationships" r:id="R9a340057a2b24762"/>
  </p:notesMasterIdLst>
  <p:sldIdLst>
    <p:sldId xmlns:r="http://schemas.openxmlformats.org/officeDocument/2006/relationships" id="256" r:id="R1c3f2ba80b3140c9"/>
    <p:sldId xmlns:r="http://schemas.openxmlformats.org/officeDocument/2006/relationships" id="257" r:id="Rd4f59b0217e24f06"/>
    <p:sldId xmlns:r="http://schemas.openxmlformats.org/officeDocument/2006/relationships" id="258" r:id="Rf6a3eb0e5c8e4d74"/>
    <p:sldId xmlns:r="http://schemas.openxmlformats.org/officeDocument/2006/relationships" id="259" r:id="Re63bb596f2124bcb"/>
    <p:sldId xmlns:r="http://schemas.openxmlformats.org/officeDocument/2006/relationships" id="260" r:id="R0ea62930ed314770"/>
    <p:sldId xmlns:r="http://schemas.openxmlformats.org/officeDocument/2006/relationships" id="261" r:id="R9889f62160db4522"/>
    <p:sldId xmlns:r="http://schemas.openxmlformats.org/officeDocument/2006/relationships" id="262" r:id="Rc97178b4f7fe47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ceba8e818b4bd3" /><Relationship Type="http://schemas.openxmlformats.org/officeDocument/2006/relationships/slideMaster" Target="/ppt/slideMasters/slideMaster1.xml" Id="R1bb588aa918a43fb" /><Relationship Type="http://schemas.openxmlformats.org/officeDocument/2006/relationships/notesMaster" Target="/ppt/notesMasters/notesMaster1.xml" Id="R9a340057a2b24762" /><Relationship Type="http://schemas.openxmlformats.org/officeDocument/2006/relationships/presProps" Target="/ppt/presProps.xml" Id="Red02850f73314ba9" /><Relationship Type="http://schemas.openxmlformats.org/officeDocument/2006/relationships/tableStyles" Target="/ppt/tableStyles.xml" Id="R54cc1be932e14d12" /><Relationship Type="http://schemas.openxmlformats.org/officeDocument/2006/relationships/slide" Target="/ppt/slides/slide1.xml" Id="R1c3f2ba80b3140c9" /><Relationship Type="http://schemas.openxmlformats.org/officeDocument/2006/relationships/slide" Target="/ppt/slides/slide2.xml" Id="Rd4f59b0217e24f06" /><Relationship Type="http://schemas.openxmlformats.org/officeDocument/2006/relationships/slide" Target="/ppt/slides/slide3.xml" Id="Rf6a3eb0e5c8e4d74" /><Relationship Type="http://schemas.openxmlformats.org/officeDocument/2006/relationships/slide" Target="/ppt/slides/slide4.xml" Id="Re63bb596f2124bcb" /><Relationship Type="http://schemas.openxmlformats.org/officeDocument/2006/relationships/slide" Target="/ppt/slides/slide5.xml" Id="R0ea62930ed314770" /><Relationship Type="http://schemas.openxmlformats.org/officeDocument/2006/relationships/slide" Target="/ppt/slides/slide6.xml" Id="R9889f62160db4522" /><Relationship Type="http://schemas.openxmlformats.org/officeDocument/2006/relationships/slide" Target="/ppt/slides/slide7.xml" Id="Rc97178b4f7fe47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330bea035549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7e0dfd61fc4c35" /><Relationship Type="http://schemas.openxmlformats.org/officeDocument/2006/relationships/notesMaster" Target="/ppt/notesMasters/notesMaster1.xml" Id="R844cee1d812543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fad021a15e4646" /><Relationship Type="http://schemas.openxmlformats.org/officeDocument/2006/relationships/notesMaster" Target="/ppt/notesMasters/notesMaster1.xml" Id="R03feb41ce4c14b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015f254ccc41cf" /><Relationship Type="http://schemas.openxmlformats.org/officeDocument/2006/relationships/notesMaster" Target="/ppt/notesMasters/notesMaster1.xml" Id="Rd19a8df441584e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c389bb84b74e94" /><Relationship Type="http://schemas.openxmlformats.org/officeDocument/2006/relationships/notesMaster" Target="/ppt/notesMasters/notesMaster1.xml" Id="Ra152b6557d9f45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d74086c7c143c7" /><Relationship Type="http://schemas.openxmlformats.org/officeDocument/2006/relationships/notesMaster" Target="/ppt/notesMasters/notesMaster1.xml" Id="R2debb91b964d4b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f35168ebf1437d" /><Relationship Type="http://schemas.openxmlformats.org/officeDocument/2006/relationships/notesMaster" Target="/ppt/notesMasters/notesMaster1.xml" Id="Ra7c7179b8d7d45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2af443f0de4d94" /><Relationship Type="http://schemas.openxmlformats.org/officeDocument/2006/relationships/notesMaster" Target="/ppt/notesMasters/notesMaster1.xml" Id="Rc4a1136262bc43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agents/specialists/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f58282d48a47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8502b659a34d0b" /><Relationship Type="http://schemas.openxmlformats.org/officeDocument/2006/relationships/slideLayout" Target="/ppt/slideLayouts/slideLayout1.xml" Id="R3ec3d66489a943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c3d66489a943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7c11f460e3448a" /><Relationship Type="http://schemas.openxmlformats.org/officeDocument/2006/relationships/notesSlide" Target="/ppt/notesSlides/notesSlide1.xml" Id="R2c6bfacaceee44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d000d8e2744908" /><Relationship Type="http://schemas.openxmlformats.org/officeDocument/2006/relationships/notesSlide" Target="/ppt/notesSlides/notesSlide2.xml" Id="R7101a093252b41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c12c6576584ebb" /><Relationship Type="http://schemas.openxmlformats.org/officeDocument/2006/relationships/notesSlide" Target="/ppt/notesSlides/notesSlide3.xml" Id="Rdf76edca24e24b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9bb207ec004295" /><Relationship Type="http://schemas.openxmlformats.org/officeDocument/2006/relationships/notesSlide" Target="/ppt/notesSlides/notesSlide4.xml" Id="R07857efa60e34f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0750dd48724de3" /><Relationship Type="http://schemas.openxmlformats.org/officeDocument/2006/relationships/notesSlide" Target="/ppt/notesSlides/notesSlide5.xml" Id="Rb10cfb322fa847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126b0d8a334809" /><Relationship Type="http://schemas.openxmlformats.org/officeDocument/2006/relationships/notesSlide" Target="/ppt/notesSlides/notesSlide6.xml" Id="R4396b95c218947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03f39bb967473b" /><Relationship Type="http://schemas.openxmlformats.org/officeDocument/2006/relationships/notesSlide" Target="/ppt/notesSlides/notesSlide7.xml" Id="Reef20f95644f4ad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C7A523-59CB-42E5-810B-3C07E44CA23F}"/>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EE559BAB-A940-494B-8790-5EAD6D767C85}"/>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00862B72-28D9-4B66-AC3E-968582D3C505}"/>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08</a:t>
            </a:r>
          </a:p>
        </p:txBody>
      </p:sp>
      <p:sp>
        <p:nvSpPr>
          <p:cNvPr id="4" name="">
            <a:extLst xmlns:a="http://schemas.openxmlformats.org/drawingml/2006/main">
              <a:ext uri="{FF2B5EF4-FFF2-40B4-BE49-F238E27FC236}">
                <a16:creationId xmlns:a16="http://schemas.microsoft.com/office/drawing/2014/main" id="{787E2831-E3DB-4ACA-8465-5D3900C0FA18}"/>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The Prompt Implements the Contract</a:t>
            </a:r>
          </a:p>
        </p:txBody>
      </p:sp>
      <p:sp>
        <p:nvSpPr>
          <p:cNvPr id="5" name="">
            <a:extLst xmlns:a="http://schemas.openxmlformats.org/drawingml/2006/main">
              <a:ext uri="{FF2B5EF4-FFF2-40B4-BE49-F238E27FC236}">
                <a16:creationId xmlns:a16="http://schemas.microsoft.com/office/drawing/2014/main" id="{6C80D8DF-5C65-495B-8BFD-2AFBED430128}"/>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we turn a specification into reliable model behavior?</a:t>
            </a:r>
          </a:p>
        </p:txBody>
      </p:sp>
      <p:sp>
        <p:nvSpPr>
          <p:cNvPr id="6" name="">
            <a:extLst xmlns:a="http://schemas.openxmlformats.org/drawingml/2006/main">
              <a:ext uri="{FF2B5EF4-FFF2-40B4-BE49-F238E27FC236}">
                <a16:creationId xmlns:a16="http://schemas.microsoft.com/office/drawing/2014/main" id="{B19DCFA8-1DE4-42EF-B3E2-7FF30CDC3F5A}"/>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BDEDE66C-CCDB-471D-846D-B69756716257}"/>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08</a:t>
            </a:r>
          </a:p>
        </p:txBody>
      </p:sp>
      <p:sp>
        <p:nvSpPr>
          <p:cNvPr id="8" name="">
            <a:extLst xmlns:a="http://schemas.openxmlformats.org/drawingml/2006/main">
              <a:ext uri="{FF2B5EF4-FFF2-40B4-BE49-F238E27FC236}">
                <a16:creationId xmlns:a16="http://schemas.microsoft.com/office/drawing/2014/main" id="{B9204A65-82EB-46DA-9E31-FA506CE4AEEA}"/>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4E0D6DB8-90C9-41C2-B229-6C72E2C64F93}"/>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14111519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1D47EFB-5CA6-4CF0-A1E1-2C1CA9E7262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8 OUTCOMES</a:t>
            </a:r>
          </a:p>
        </p:txBody>
      </p:sp>
      <p:sp>
        <p:nvSpPr>
          <p:cNvPr id="2" name="">
            <a:extLst xmlns:a="http://schemas.openxmlformats.org/drawingml/2006/main">
              <a:ext uri="{FF2B5EF4-FFF2-40B4-BE49-F238E27FC236}">
                <a16:creationId xmlns:a16="http://schemas.microsoft.com/office/drawing/2014/main" id="{75D272E2-C600-4368-8025-CE3CA4A80704}"/>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86F76E3C-2F17-4894-A1CB-B4B4C7BD7B5F}"/>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4D9F734-53F5-4494-9B90-F09F1E45FDE8}"/>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65E4198C-7A3C-4FBB-A73C-5B3D95FAA929}"/>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Use the universal prompt structure</a:t>
            </a:r>
          </a:p>
        </p:txBody>
      </p:sp>
      <p:sp>
        <p:nvSpPr>
          <p:cNvPr id="6" name="">
            <a:extLst xmlns:a="http://schemas.openxmlformats.org/drawingml/2006/main">
              <a:ext uri="{FF2B5EF4-FFF2-40B4-BE49-F238E27FC236}">
                <a16:creationId xmlns:a16="http://schemas.microsoft.com/office/drawing/2014/main" id="{672062FE-1DCE-45D5-B0BC-00930BDA5321}"/>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70BBEB77-89AD-4CF9-8B3A-829776917A11}"/>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D73E868C-DD00-4992-AAAC-8F072983FF82}"/>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Trace every clause to a requirement</a:t>
            </a:r>
          </a:p>
        </p:txBody>
      </p:sp>
      <p:sp>
        <p:nvSpPr>
          <p:cNvPr id="9" name="">
            <a:extLst xmlns:a="http://schemas.openxmlformats.org/drawingml/2006/main">
              <a:ext uri="{FF2B5EF4-FFF2-40B4-BE49-F238E27FC236}">
                <a16:creationId xmlns:a16="http://schemas.microsoft.com/office/drawing/2014/main" id="{69294979-3A47-4A90-B862-640B74F927DA}"/>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999FE1CC-5066-46CF-84BC-5FC0EB04E21F}"/>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1FB38B31-1121-460B-9EBE-93B6889CD912}"/>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Keep method, output, and authority consistent</a:t>
            </a:r>
          </a:p>
        </p:txBody>
      </p:sp>
      <p:sp>
        <p:nvSpPr>
          <p:cNvPr id="12" name="">
            <a:extLst xmlns:a="http://schemas.openxmlformats.org/drawingml/2006/main">
              <a:ext uri="{FF2B5EF4-FFF2-40B4-BE49-F238E27FC236}">
                <a16:creationId xmlns:a16="http://schemas.microsoft.com/office/drawing/2014/main" id="{B5A21BDE-E3AF-45F5-9856-EF035060A2EF}"/>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D0A9746C-8FD1-4B68-8D09-CBC1A7AA47AA}"/>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9111380F-1A20-4564-9C62-ED5ED1DCBE3C}"/>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6BA401E8-1C61-4DDC-9F33-FB3EAF0B5D0F}"/>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3619DCF8-FE5D-4C73-BE50-2ECF0399E5C5}"/>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05B67F7F-F2E5-45EB-B0A9-92FA7BA860BA}"/>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2A9C87AB-0089-4295-8435-01598C8ABD8A}"/>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5236E528-60C7-4689-8DA3-80A49A02FB10}"/>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018224DE-06D9-4946-B598-65D4E5C6C9C8}"/>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A222D267-C6CC-4465-BA68-F2EC4BA95505}"/>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FB240418-F186-4D0E-B8A2-2A3A1ED418A5}"/>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F4A99FCD-F32A-4237-A4BE-C2CAED4C052D}"/>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DA96F999-BAAB-4F24-9282-CB721528261D}"/>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61D742DC-8713-4495-8870-485DD582EEBF}"/>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D0ABEFE8-B91C-4ABD-99B7-D9149530126B}"/>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E1FEADB5-FCC5-499C-8F0B-B74B5B39D2C4}"/>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2E80AB47-C1B4-4D3F-809C-533A79257538}"/>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540D5608-56DD-425F-926E-E36FBBDC3763}"/>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08  •  CODE REVIEW HARNESS</a:t>
            </a:r>
          </a:p>
        </p:txBody>
      </p:sp>
      <p:sp>
        <p:nvSpPr>
          <p:cNvPr id="30" name="">
            <a:extLst xmlns:a="http://schemas.openxmlformats.org/drawingml/2006/main">
              <a:ext uri="{FF2B5EF4-FFF2-40B4-BE49-F238E27FC236}">
                <a16:creationId xmlns:a16="http://schemas.microsoft.com/office/drawing/2014/main" id="{52AB37C9-49F1-42B6-920F-53AA97F43EC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5666322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18353E0-24C4-48DB-A93D-36FA04AE7D10}"/>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9B5196E8-F207-4256-8E91-722B4114A98E}"/>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F88147BB-B41B-4D3A-8ECD-76970D8C906D}"/>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05FAFD2D-689A-41EB-9CD1-90D39E6781AD}"/>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IDENTITY</a:t>
            </a:r>
          </a:p>
        </p:txBody>
      </p:sp>
      <p:sp>
        <p:nvSpPr>
          <p:cNvPr id="5" name="">
            <a:extLst xmlns:a="http://schemas.openxmlformats.org/drawingml/2006/main">
              <a:ext uri="{FF2B5EF4-FFF2-40B4-BE49-F238E27FC236}">
                <a16:creationId xmlns:a16="http://schemas.microsoft.com/office/drawing/2014/main" id="{1EAB7403-5ABF-4388-A9A3-107F51773451}"/>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Who and which version</a:t>
            </a:r>
          </a:p>
        </p:txBody>
      </p:sp>
      <p:sp>
        <p:nvSpPr>
          <p:cNvPr id="6" name="">
            <a:extLst xmlns:a="http://schemas.openxmlformats.org/drawingml/2006/main">
              <a:ext uri="{FF2B5EF4-FFF2-40B4-BE49-F238E27FC236}">
                <a16:creationId xmlns:a16="http://schemas.microsoft.com/office/drawing/2014/main" id="{1EBAF07B-332A-419D-951C-0877102581BF}"/>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71B8E31-0223-4B50-B34E-74DC6FE7723E}"/>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AUTHORITY</a:t>
            </a:r>
          </a:p>
        </p:txBody>
      </p:sp>
      <p:sp>
        <p:nvSpPr>
          <p:cNvPr id="8" name="">
            <a:extLst xmlns:a="http://schemas.openxmlformats.org/drawingml/2006/main">
              <a:ext uri="{FF2B5EF4-FFF2-40B4-BE49-F238E27FC236}">
                <a16:creationId xmlns:a16="http://schemas.microsoft.com/office/drawing/2014/main" id="{41763465-504B-4143-BCCF-212FA3BE8106}"/>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Allowed conclusions</a:t>
            </a:r>
          </a:p>
        </p:txBody>
      </p:sp>
      <p:sp>
        <p:nvSpPr>
          <p:cNvPr id="9" name="">
            <a:extLst xmlns:a="http://schemas.openxmlformats.org/drawingml/2006/main">
              <a:ext uri="{FF2B5EF4-FFF2-40B4-BE49-F238E27FC236}">
                <a16:creationId xmlns:a16="http://schemas.microsoft.com/office/drawing/2014/main" id="{5DF1AE65-44E3-4091-8542-D91CC0C87270}"/>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EA1FC2AD-28E8-420E-B4B6-94575B8C07C1}"/>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EXECUTION</a:t>
            </a:r>
          </a:p>
        </p:txBody>
      </p:sp>
      <p:sp>
        <p:nvSpPr>
          <p:cNvPr id="11" name="">
            <a:extLst xmlns:a="http://schemas.openxmlformats.org/drawingml/2006/main">
              <a:ext uri="{FF2B5EF4-FFF2-40B4-BE49-F238E27FC236}">
                <a16:creationId xmlns:a16="http://schemas.microsoft.com/office/drawing/2014/main" id="{8DA44A3B-33D8-4EC8-AC0D-EE357E377C64}"/>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Inputs + method + states</a:t>
            </a:r>
          </a:p>
        </p:txBody>
      </p:sp>
      <p:sp>
        <p:nvSpPr>
          <p:cNvPr id="12" name="">
            <a:extLst xmlns:a="http://schemas.openxmlformats.org/drawingml/2006/main">
              <a:ext uri="{FF2B5EF4-FFF2-40B4-BE49-F238E27FC236}">
                <a16:creationId xmlns:a16="http://schemas.microsoft.com/office/drawing/2014/main" id="{2A34E8E4-5A2C-4D3E-9B66-1CCB4EF8A39A}"/>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103E736A-4AB1-4697-AB1B-F96E0BC7221F}"/>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OUTPUT</a:t>
            </a:r>
          </a:p>
        </p:txBody>
      </p:sp>
      <p:sp>
        <p:nvSpPr>
          <p:cNvPr id="14" name="">
            <a:extLst xmlns:a="http://schemas.openxmlformats.org/drawingml/2006/main">
              <a:ext uri="{FF2B5EF4-FFF2-40B4-BE49-F238E27FC236}">
                <a16:creationId xmlns:a16="http://schemas.microsoft.com/office/drawing/2014/main" id="{A7412025-91DF-4BDB-981A-51F3E0DF07B3}"/>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Exact artifact contract</a:t>
            </a:r>
          </a:p>
        </p:txBody>
      </p:sp>
      <p:sp>
        <p:nvSpPr>
          <p:cNvPr id="15" name="">
            <a:extLst xmlns:a="http://schemas.openxmlformats.org/drawingml/2006/main">
              <a:ext uri="{FF2B5EF4-FFF2-40B4-BE49-F238E27FC236}">
                <a16:creationId xmlns:a16="http://schemas.microsoft.com/office/drawing/2014/main" id="{EBB7EEDD-72AF-463A-B230-900C17F72D16}"/>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3045774E-E8BE-4FEC-97D0-1C7A9E8DAF42}"/>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74ACF03B-11EF-4B36-8895-2B3ED3FF40C6}"/>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D59AF114-7406-4B0D-81C7-63AC36A61D76}"/>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8679880C-D424-4DB4-9758-8822C6F4C7A9}"/>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AA262905-EC22-4750-A3B8-87406392306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08  •  CODE REVIEW HARNESS</a:t>
            </a:r>
          </a:p>
        </p:txBody>
      </p:sp>
      <p:sp>
        <p:nvSpPr>
          <p:cNvPr id="21" name="">
            <a:extLst xmlns:a="http://schemas.openxmlformats.org/drawingml/2006/main">
              <a:ext uri="{FF2B5EF4-FFF2-40B4-BE49-F238E27FC236}">
                <a16:creationId xmlns:a16="http://schemas.microsoft.com/office/drawing/2014/main" id="{89C628C2-D9EC-454B-855F-F9C1D8A2035F}"/>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624911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719D036-C10A-46E3-94BE-6FCFFB8D8CC3}"/>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9BFCA9EC-8AEC-4AD7-95C4-94CFB9BC661E}"/>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4D20B8BC-99D5-4AE6-AC52-F05EC8D8B7C4}"/>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29960078-301A-4DB9-998D-C62B0653560D}"/>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914DE807-249D-4414-A1CB-4B3FB7C7CF44}"/>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Contract obligation</a:t>
            </a:r>
          </a:p>
        </p:txBody>
      </p:sp>
      <p:sp>
        <p:nvSpPr>
          <p:cNvPr id="6" name="">
            <a:extLst xmlns:a="http://schemas.openxmlformats.org/drawingml/2006/main">
              <a:ext uri="{FF2B5EF4-FFF2-40B4-BE49-F238E27FC236}">
                <a16:creationId xmlns:a16="http://schemas.microsoft.com/office/drawing/2014/main" id="{CE37B64E-9D93-4BA7-9C93-6335FE958AFC}"/>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375319C5-DB5F-4D99-83CC-95D918AD836C}"/>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05AE18FF-F58A-42B9-8DEB-B6BF52B0B6BF}"/>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25362A39-A9C8-480F-95FC-DE0A015A7CC9}"/>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03DB6203-F6E5-434E-9DE6-D2EC454F1521}"/>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Prompt clause</a:t>
            </a:r>
          </a:p>
        </p:txBody>
      </p:sp>
      <p:sp>
        <p:nvSpPr>
          <p:cNvPr id="11" name="">
            <a:extLst xmlns:a="http://schemas.openxmlformats.org/drawingml/2006/main">
              <a:ext uri="{FF2B5EF4-FFF2-40B4-BE49-F238E27FC236}">
                <a16:creationId xmlns:a16="http://schemas.microsoft.com/office/drawing/2014/main" id="{E3D6FA4A-4525-40F8-954D-98702453BAF1}"/>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26DA972E-3114-4AA7-B72E-6C0C4BA32758}"/>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5B103535-A981-48A1-9700-09A8DAAEF83B}"/>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0C0E04E2-C1D4-4554-8FCD-66922CE45E42}"/>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400346DA-7000-47D3-900C-869A035007D2}"/>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Output field</a:t>
            </a:r>
          </a:p>
        </p:txBody>
      </p:sp>
      <p:sp>
        <p:nvSpPr>
          <p:cNvPr id="16" name="">
            <a:extLst xmlns:a="http://schemas.openxmlformats.org/drawingml/2006/main">
              <a:ext uri="{FF2B5EF4-FFF2-40B4-BE49-F238E27FC236}">
                <a16:creationId xmlns:a16="http://schemas.microsoft.com/office/drawing/2014/main" id="{923B82F9-27DD-4C96-89E0-984DD451B105}"/>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BE292D77-89E1-4D71-8010-747FB5C294D1}"/>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E68E1330-BA71-498D-903D-27921B33463F}"/>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106CD22B-F053-4E16-AEE8-20CCEB19C448}"/>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7A133C96-CE8D-4D0A-8748-10F4C5836A9A}"/>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Test case</a:t>
            </a:r>
          </a:p>
        </p:txBody>
      </p:sp>
      <p:sp>
        <p:nvSpPr>
          <p:cNvPr id="21" name="">
            <a:extLst xmlns:a="http://schemas.openxmlformats.org/drawingml/2006/main">
              <a:ext uri="{FF2B5EF4-FFF2-40B4-BE49-F238E27FC236}">
                <a16:creationId xmlns:a16="http://schemas.microsoft.com/office/drawing/2014/main" id="{60B483DD-164B-45AE-8DB5-C19CE5829764}"/>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5F1449CD-9CBD-4002-BF45-283CCF6F10DD}"/>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0F31C818-21D7-4FC0-9BE9-BD951D1AE401}"/>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197314CE-20FB-4454-8A54-CEE5CE512B7E}"/>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851E660F-7275-4850-AABF-F2523ACE424A}"/>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Pass invariant</a:t>
            </a:r>
          </a:p>
        </p:txBody>
      </p:sp>
      <p:sp>
        <p:nvSpPr>
          <p:cNvPr id="26" name="">
            <a:extLst xmlns:a="http://schemas.openxmlformats.org/drawingml/2006/main">
              <a:ext uri="{FF2B5EF4-FFF2-40B4-BE49-F238E27FC236}">
                <a16:creationId xmlns:a16="http://schemas.microsoft.com/office/drawing/2014/main" id="{0D26A58C-CD6A-4B9E-B02B-16DE49CF5B7D}"/>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EBC78382-500F-4817-ABD8-CAD1BA86B36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2AFFCA3B-BEEF-4EBC-B76C-4C771B16F3B8}"/>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08  •  CODE REVIEW HARNESS</a:t>
            </a:r>
          </a:p>
        </p:txBody>
      </p:sp>
      <p:sp>
        <p:nvSpPr>
          <p:cNvPr id="29" name="">
            <a:extLst xmlns:a="http://schemas.openxmlformats.org/drawingml/2006/main">
              <a:ext uri="{FF2B5EF4-FFF2-40B4-BE49-F238E27FC236}">
                <a16:creationId xmlns:a16="http://schemas.microsoft.com/office/drawing/2014/main" id="{324242D6-6F3A-4847-86A9-6ED4D81C2210}"/>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6601347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83BB1A6-3368-4841-810C-904D52835AA8}"/>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1A45ABD6-8F9B-41D6-8586-478C54D2872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60E93D0A-A0E4-4F91-88A0-034A20B1CCE5}"/>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E818E056-4E09-484E-B584-90653C2E3538}"/>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84D4E845-EEF8-47EA-AB06-B1130AA27F57}"/>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Convert a specialist role specification into a prompt and trace matrix.</a:t>
            </a:r>
          </a:p>
        </p:txBody>
      </p:sp>
      <p:sp>
        <p:nvSpPr>
          <p:cNvPr id="6" name="">
            <a:extLst xmlns:a="http://schemas.openxmlformats.org/drawingml/2006/main">
              <a:ext uri="{FF2B5EF4-FFF2-40B4-BE49-F238E27FC236}">
                <a16:creationId xmlns:a16="http://schemas.microsoft.com/office/drawing/2014/main" id="{8809586D-DC86-41B5-BE29-4FC61BCC227D}"/>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93807CEB-8FF7-40F5-B2F1-7E3CBDC39FD4}"/>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F490BEC0-AC3B-4F66-B4CA-51D182B1D9C9}"/>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Extract obligations</a:t>
            </a:r>
          </a:p>
        </p:txBody>
      </p:sp>
      <p:sp>
        <p:nvSpPr>
          <p:cNvPr id="9" name="">
            <a:extLst xmlns:a="http://schemas.openxmlformats.org/drawingml/2006/main">
              <a:ext uri="{FF2B5EF4-FFF2-40B4-BE49-F238E27FC236}">
                <a16:creationId xmlns:a16="http://schemas.microsoft.com/office/drawing/2014/main" id="{AF3B25A7-FA14-4B09-A015-C79953F7CAAC}"/>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416F49A6-BE68-44F1-8728-3E54195610A6}"/>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FF70C865-08C2-4F12-8E4E-B097C0DE2437}"/>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Draft clauses</a:t>
            </a:r>
          </a:p>
        </p:txBody>
      </p:sp>
      <p:sp>
        <p:nvSpPr>
          <p:cNvPr id="12" name="">
            <a:extLst xmlns:a="http://schemas.openxmlformats.org/drawingml/2006/main">
              <a:ext uri="{FF2B5EF4-FFF2-40B4-BE49-F238E27FC236}">
                <a16:creationId xmlns:a16="http://schemas.microsoft.com/office/drawing/2014/main" id="{7E6862D7-A67B-4B11-A4A5-8C33528474C6}"/>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BA3F2B3F-D9A9-4D24-BA04-613B54D0C4B4}"/>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5292CD29-6AE4-44BB-8B74-D1CA4FEAFCCE}"/>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Verify coverage</a:t>
            </a:r>
          </a:p>
        </p:txBody>
      </p:sp>
      <p:sp>
        <p:nvSpPr>
          <p:cNvPr id="15" name="">
            <a:extLst xmlns:a="http://schemas.openxmlformats.org/drawingml/2006/main">
              <a:ext uri="{FF2B5EF4-FFF2-40B4-BE49-F238E27FC236}">
                <a16:creationId xmlns:a16="http://schemas.microsoft.com/office/drawing/2014/main" id="{62E3943A-4FCD-49A6-B2D9-F8C9D90FAED1}"/>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479838DB-107E-44A6-811A-78E499D0B19D}"/>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19C3568D-CC0C-42B6-844F-2C5C5AD9766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08  •  CODE REVIEW HARNESS</a:t>
            </a:r>
          </a:p>
        </p:txBody>
      </p:sp>
      <p:sp>
        <p:nvSpPr>
          <p:cNvPr id="18" name="">
            <a:extLst xmlns:a="http://schemas.openxmlformats.org/drawingml/2006/main">
              <a:ext uri="{FF2B5EF4-FFF2-40B4-BE49-F238E27FC236}">
                <a16:creationId xmlns:a16="http://schemas.microsoft.com/office/drawing/2014/main" id="{475C3FBD-0D08-478D-A8A5-877B8CBA4546}"/>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4838605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8A9C104-9A10-41E8-89CF-6B36561D1569}"/>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E036CC5D-A232-4697-8016-7CAD4742A33C}"/>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2858047F-7C26-47CE-8C50-2FE2BF9DF154}"/>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Draft a complete first-pass prompt for a baseline specialist.</a:t>
            </a:r>
          </a:p>
        </p:txBody>
      </p:sp>
      <p:sp>
        <p:nvSpPr>
          <p:cNvPr id="4" name="">
            <a:extLst xmlns:a="http://schemas.openxmlformats.org/drawingml/2006/main">
              <a:ext uri="{FF2B5EF4-FFF2-40B4-BE49-F238E27FC236}">
                <a16:creationId xmlns:a16="http://schemas.microsoft.com/office/drawing/2014/main" id="{65B2B01A-7E69-4F37-92C8-22437F3A907A}"/>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D4767E4D-BB45-4BE1-BC7B-C2E253736A45}"/>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FF4A6649-581C-490C-A848-D98C5134650B}"/>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Identity</a:t>
            </a:r>
          </a:p>
        </p:txBody>
      </p:sp>
      <p:sp>
        <p:nvSpPr>
          <p:cNvPr id="7" name="">
            <a:extLst xmlns:a="http://schemas.openxmlformats.org/drawingml/2006/main">
              <a:ext uri="{FF2B5EF4-FFF2-40B4-BE49-F238E27FC236}">
                <a16:creationId xmlns:a16="http://schemas.microsoft.com/office/drawing/2014/main" id="{D4B5582A-DC7F-4F06-9C80-96611F333B26}"/>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6AD12A22-0732-4FD5-BCB5-55BAAB5E7426}"/>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415EF169-0A1B-4E1B-A36E-CEF4A57956CA}"/>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Authority</a:t>
            </a:r>
          </a:p>
        </p:txBody>
      </p:sp>
      <p:sp>
        <p:nvSpPr>
          <p:cNvPr id="10" name="">
            <a:extLst xmlns:a="http://schemas.openxmlformats.org/drawingml/2006/main">
              <a:ext uri="{FF2B5EF4-FFF2-40B4-BE49-F238E27FC236}">
                <a16:creationId xmlns:a16="http://schemas.microsoft.com/office/drawing/2014/main" id="{FE55AA2A-2AC0-4CD9-8658-4311A5596181}"/>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F685FB26-1000-4C26-8FD6-C4C47C0CDA7E}"/>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E95D3DF7-1AAD-47E3-9636-EBAA90911BB7}"/>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Inputs</a:t>
            </a:r>
          </a:p>
        </p:txBody>
      </p:sp>
      <p:sp>
        <p:nvSpPr>
          <p:cNvPr id="13" name="">
            <a:extLst xmlns:a="http://schemas.openxmlformats.org/drawingml/2006/main">
              <a:ext uri="{FF2B5EF4-FFF2-40B4-BE49-F238E27FC236}">
                <a16:creationId xmlns:a16="http://schemas.microsoft.com/office/drawing/2014/main" id="{82736337-C34E-47B4-A589-7DCA4DA60886}"/>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3C490BFE-984F-4BA6-B64B-CDD0AFE4E1E4}"/>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1BEAFE46-0B3C-48E2-B379-39058080FFA4}"/>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Method</a:t>
            </a:r>
          </a:p>
        </p:txBody>
      </p:sp>
      <p:sp>
        <p:nvSpPr>
          <p:cNvPr id="16" name="">
            <a:extLst xmlns:a="http://schemas.openxmlformats.org/drawingml/2006/main">
              <a:ext uri="{FF2B5EF4-FFF2-40B4-BE49-F238E27FC236}">
                <a16:creationId xmlns:a16="http://schemas.microsoft.com/office/drawing/2014/main" id="{EE1EC0A1-6432-409E-845C-493A07FA6788}"/>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656C38B0-41C8-4CA8-B95B-AB9DD7ACC66A}"/>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E5DF8198-33F3-416D-8902-CB2D1A569578}"/>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Output</a:t>
            </a:r>
          </a:p>
        </p:txBody>
      </p:sp>
      <p:sp>
        <p:nvSpPr>
          <p:cNvPr id="19" name="">
            <a:extLst xmlns:a="http://schemas.openxmlformats.org/drawingml/2006/main">
              <a:ext uri="{FF2B5EF4-FFF2-40B4-BE49-F238E27FC236}">
                <a16:creationId xmlns:a16="http://schemas.microsoft.com/office/drawing/2014/main" id="{29B7754E-B38F-4AEF-8128-07717BDCE50F}"/>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B228D458-8028-42FF-98C8-DD00EF46962F}"/>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E0E6BCC6-6140-4B0E-8C31-B11800AC8670}"/>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Failure behavior</a:t>
            </a:r>
          </a:p>
        </p:txBody>
      </p:sp>
      <p:sp>
        <p:nvSpPr>
          <p:cNvPr id="22" name="">
            <a:extLst xmlns:a="http://schemas.openxmlformats.org/drawingml/2006/main">
              <a:ext uri="{FF2B5EF4-FFF2-40B4-BE49-F238E27FC236}">
                <a16:creationId xmlns:a16="http://schemas.microsoft.com/office/drawing/2014/main" id="{3B9C4373-C5A5-4040-8EBA-B6C9C3F3BCD0}"/>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21C97A95-B8C0-4CD3-BABA-E1F1D371E58D}"/>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08  •  CODE REVIEW HARNESS</a:t>
            </a:r>
          </a:p>
        </p:txBody>
      </p:sp>
      <p:sp>
        <p:nvSpPr>
          <p:cNvPr id="24" name="">
            <a:extLst xmlns:a="http://schemas.openxmlformats.org/drawingml/2006/main">
              <a:ext uri="{FF2B5EF4-FFF2-40B4-BE49-F238E27FC236}">
                <a16:creationId xmlns:a16="http://schemas.microsoft.com/office/drawing/2014/main" id="{CE7A6321-561F-423F-ACA3-1D8D893B7175}"/>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46117220"/>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6B0CE0-DD74-4EF5-AF32-CA697FC34BA1}"/>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08  •  EXIT TICKET</a:t>
            </a:r>
          </a:p>
        </p:txBody>
      </p:sp>
      <p:sp>
        <p:nvSpPr>
          <p:cNvPr id="2" name="">
            <a:extLst xmlns:a="http://schemas.openxmlformats.org/drawingml/2006/main">
              <a:ext uri="{FF2B5EF4-FFF2-40B4-BE49-F238E27FC236}">
                <a16:creationId xmlns:a16="http://schemas.microsoft.com/office/drawing/2014/main" id="{80A3DB1D-1B33-4311-981F-6C89C9F540BB}"/>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Defend each prompt section by citing its governing source.</a:t>
            </a:r>
          </a:p>
        </p:txBody>
      </p:sp>
      <p:sp>
        <p:nvSpPr>
          <p:cNvPr id="3" name="">
            <a:extLst xmlns:a="http://schemas.openxmlformats.org/drawingml/2006/main">
              <a:ext uri="{FF2B5EF4-FFF2-40B4-BE49-F238E27FC236}">
                <a16:creationId xmlns:a16="http://schemas.microsoft.com/office/drawing/2014/main" id="{33F2321A-74FC-4DB3-A0DE-1DD413026DA2}"/>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F30618F2-2D8E-4B63-9027-DCED4903DFEB}"/>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AD624CF0-AF17-4CBE-8DA8-E518A6265D3C}"/>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09</a:t>
            </a:r>
          </a:p>
        </p:txBody>
      </p:sp>
    </p:spTree>
    <p:extLst>
      <p:ext uri="{BB962C8B-B14F-4D97-AF65-F5344CB8AC3E}">
        <p14:creationId xmlns:p14="http://schemas.microsoft.com/office/powerpoint/2010/main" val="10609975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2026-07-30T16:07:56.9010000Z</dcterms:created>
  <dcterms:modified xsi:type="dcterms:W3CDTF">2026-07-30T16:07:56.9010000Z</dcterms:modified>
</coreProperties>
</file>