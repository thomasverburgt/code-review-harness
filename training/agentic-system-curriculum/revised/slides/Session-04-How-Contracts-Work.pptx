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c1e9fe4ce0411c" /><Relationship Type="http://schemas.openxmlformats.org/officeDocument/2006/relationships/extended-properties" Target="/docProps/app.xml" Id="R27793ec3f4344671" /><Relationship Type="http://schemas.openxmlformats.org/officeDocument/2006/relationships/officeDocument" Target="/ppt/presentation.xml" Id="R20b3cd6c7cbd481b" /></Relationships>
</file>

<file path=ppt/presentation.xml><?xml version="1.0" encoding="utf-8"?>
<p:presentation xmlns:p="http://schemas.openxmlformats.org/presentationml/2006/main">
  <p:sldMasterIdLst>
    <p:sldMasterId xmlns:r="http://schemas.openxmlformats.org/officeDocument/2006/relationships" id="2147483648" r:id="Rf1c7ce5eaefd4150"/>
  </p:sldMasterIdLst>
  <p:notesMasterIdLst>
    <p:notesMasterId xmlns:r="http://schemas.openxmlformats.org/officeDocument/2006/relationships" r:id="R7a233915f84e478a"/>
  </p:notesMasterIdLst>
  <p:sldIdLst>
    <p:sldId xmlns:r="http://schemas.openxmlformats.org/officeDocument/2006/relationships" id="256" r:id="R1da44d50f115421f"/>
    <p:sldId xmlns:r="http://schemas.openxmlformats.org/officeDocument/2006/relationships" id="257" r:id="R832265557b3646d1"/>
    <p:sldId xmlns:r="http://schemas.openxmlformats.org/officeDocument/2006/relationships" id="258" r:id="R09b925375c1949f5"/>
    <p:sldId xmlns:r="http://schemas.openxmlformats.org/officeDocument/2006/relationships" id="259" r:id="Rb71258eee41844de"/>
    <p:sldId xmlns:r="http://schemas.openxmlformats.org/officeDocument/2006/relationships" id="260" r:id="R31d4058ac9bf4109"/>
    <p:sldId xmlns:r="http://schemas.openxmlformats.org/officeDocument/2006/relationships" id="261" r:id="Re65ebbc36e3f4e61"/>
    <p:sldId xmlns:r="http://schemas.openxmlformats.org/officeDocument/2006/relationships" id="262" r:id="R34c6a7cfd77344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f96e82d1bc4c7d" /><Relationship Type="http://schemas.openxmlformats.org/officeDocument/2006/relationships/slideMaster" Target="/ppt/slideMasters/slideMaster1.xml" Id="Rf1c7ce5eaefd4150" /><Relationship Type="http://schemas.openxmlformats.org/officeDocument/2006/relationships/notesMaster" Target="/ppt/notesMasters/notesMaster1.xml" Id="R7a233915f84e478a" /><Relationship Type="http://schemas.openxmlformats.org/officeDocument/2006/relationships/presProps" Target="/ppt/presProps.xml" Id="R6bb4704b039d4d17" /><Relationship Type="http://schemas.openxmlformats.org/officeDocument/2006/relationships/tableStyles" Target="/ppt/tableStyles.xml" Id="R60bef78a0dae49b5" /><Relationship Type="http://schemas.openxmlformats.org/officeDocument/2006/relationships/slide" Target="/ppt/slides/slide1.xml" Id="R1da44d50f115421f" /><Relationship Type="http://schemas.openxmlformats.org/officeDocument/2006/relationships/slide" Target="/ppt/slides/slide2.xml" Id="R832265557b3646d1" /><Relationship Type="http://schemas.openxmlformats.org/officeDocument/2006/relationships/slide" Target="/ppt/slides/slide3.xml" Id="R09b925375c1949f5" /><Relationship Type="http://schemas.openxmlformats.org/officeDocument/2006/relationships/slide" Target="/ppt/slides/slide4.xml" Id="Rb71258eee41844de" /><Relationship Type="http://schemas.openxmlformats.org/officeDocument/2006/relationships/slide" Target="/ppt/slides/slide5.xml" Id="R31d4058ac9bf4109" /><Relationship Type="http://schemas.openxmlformats.org/officeDocument/2006/relationships/slide" Target="/ppt/slides/slide6.xml" Id="Re65ebbc36e3f4e61" /><Relationship Type="http://schemas.openxmlformats.org/officeDocument/2006/relationships/slide" Target="/ppt/slides/slide7.xml" Id="R34c6a7cfd77344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dde16789cf4b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9a8cb6ac684fb7" /><Relationship Type="http://schemas.openxmlformats.org/officeDocument/2006/relationships/notesMaster" Target="/ppt/notesMasters/notesMaster1.xml" Id="Ra2aca554df7845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750078192042ee" /><Relationship Type="http://schemas.openxmlformats.org/officeDocument/2006/relationships/notesMaster" Target="/ppt/notesMasters/notesMaster1.xml" Id="R1b516a64f67845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96e0cb76e44248" /><Relationship Type="http://schemas.openxmlformats.org/officeDocument/2006/relationships/notesMaster" Target="/ppt/notesMasters/notesMaster1.xml" Id="R9c74ddd0014a4c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f027cbe56c4af9" /><Relationship Type="http://schemas.openxmlformats.org/officeDocument/2006/relationships/notesMaster" Target="/ppt/notesMasters/notesMaster1.xml" Id="R1005a40cb2f94a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a2eb9d051f4734" /><Relationship Type="http://schemas.openxmlformats.org/officeDocument/2006/relationships/notesMaster" Target="/ppt/notesMasters/notesMaster1.xml" Id="R205691d8f5464d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bd1965a31a47f6" /><Relationship Type="http://schemas.openxmlformats.org/officeDocument/2006/relationships/notesMaster" Target="/ppt/notesMasters/notesMaster1.xml" Id="Re60943ede1b14f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31529600d940fb" /><Relationship Type="http://schemas.openxmlformats.org/officeDocument/2006/relationships/notesMaster" Target="/ppt/notesMasters/notesMaster1.xml" Id="Rd1011c1b376542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11ad400f1946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e8697444a94fba" /><Relationship Type="http://schemas.openxmlformats.org/officeDocument/2006/relationships/slideLayout" Target="/ppt/slideLayouts/slideLayout1.xml" Id="R4f2dce7e78de45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2dce7e78de45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c4ad7057674d32" /><Relationship Type="http://schemas.openxmlformats.org/officeDocument/2006/relationships/notesSlide" Target="/ppt/notesSlides/notesSlide1.xml" Id="Raacb941631f243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5a341cf4204b46" /><Relationship Type="http://schemas.openxmlformats.org/officeDocument/2006/relationships/notesSlide" Target="/ppt/notesSlides/notesSlide2.xml" Id="R8637f127569e43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579bbb7b304b94" /><Relationship Type="http://schemas.openxmlformats.org/officeDocument/2006/relationships/notesSlide" Target="/ppt/notesSlides/notesSlide3.xml" Id="R2d7ecefa20dd42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a85ae7947fc4e83" /><Relationship Type="http://schemas.openxmlformats.org/officeDocument/2006/relationships/notesSlide" Target="/ppt/notesSlides/notesSlide4.xml" Id="R5dfaf52f0b2947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41589988ba4fd7" /><Relationship Type="http://schemas.openxmlformats.org/officeDocument/2006/relationships/notesSlide" Target="/ppt/notesSlides/notesSlide5.xml" Id="R68c75fe3d90341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f9a05898094c81" /><Relationship Type="http://schemas.openxmlformats.org/officeDocument/2006/relationships/notesSlide" Target="/ppt/notesSlides/notesSlide6.xml" Id="R8feba2f41eeb42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8b40d3e46a4277" /><Relationship Type="http://schemas.openxmlformats.org/officeDocument/2006/relationships/notesSlide" Target="/ppt/notesSlides/notesSlide7.xml" Id="R26d6b38278ae4bb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26D3CA-08D1-419F-AEE6-E5CF4821871A}"/>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26586283-46B5-485C-ABA9-DECE1B1C5C81}"/>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CE02E56F-5C93-436A-BD1F-5C3E255FB54F}"/>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04</a:t>
            </a:r>
          </a:p>
        </p:txBody>
      </p:sp>
      <p:sp>
        <p:nvSpPr>
          <p:cNvPr id="4" name="">
            <a:extLst xmlns:a="http://schemas.openxmlformats.org/drawingml/2006/main">
              <a:ext uri="{FF2B5EF4-FFF2-40B4-BE49-F238E27FC236}">
                <a16:creationId xmlns:a16="http://schemas.microsoft.com/office/drawing/2014/main" id="{C37CAAC2-22EF-42A9-A817-25ACF5C2127A}"/>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How Contracts Work</a:t>
            </a:r>
          </a:p>
        </p:txBody>
      </p:sp>
      <p:sp>
        <p:nvSpPr>
          <p:cNvPr id="5" name="">
            <a:extLst xmlns:a="http://schemas.openxmlformats.org/drawingml/2006/main">
              <a:ext uri="{FF2B5EF4-FFF2-40B4-BE49-F238E27FC236}">
                <a16:creationId xmlns:a16="http://schemas.microsoft.com/office/drawing/2014/main" id="{B61ABDAE-2B02-4028-A4DF-123C381131EB}"/>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independent agents exchange trustworthy artifacts?</a:t>
            </a:r>
          </a:p>
        </p:txBody>
      </p:sp>
      <p:sp>
        <p:nvSpPr>
          <p:cNvPr id="6" name="">
            <a:extLst xmlns:a="http://schemas.openxmlformats.org/drawingml/2006/main">
              <a:ext uri="{FF2B5EF4-FFF2-40B4-BE49-F238E27FC236}">
                <a16:creationId xmlns:a16="http://schemas.microsoft.com/office/drawing/2014/main" id="{12F17CD3-8A07-4CAE-860A-751B102A3AC7}"/>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0E43E74D-EAAD-497C-B15A-1A92AAB5A215}"/>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04</a:t>
            </a:r>
          </a:p>
        </p:txBody>
      </p:sp>
      <p:sp>
        <p:nvSpPr>
          <p:cNvPr id="8" name="">
            <a:extLst xmlns:a="http://schemas.openxmlformats.org/drawingml/2006/main">
              <a:ext uri="{FF2B5EF4-FFF2-40B4-BE49-F238E27FC236}">
                <a16:creationId xmlns:a16="http://schemas.microsoft.com/office/drawing/2014/main" id="{C15F71A9-74D7-4124-8902-65D1C2953A7C}"/>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9D852ED6-6593-4F2C-8258-FAA3FC937D4B}"/>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1060751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5B09310-54C9-4677-82F9-8770184FB19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4 OUTCOMES</a:t>
            </a:r>
          </a:p>
        </p:txBody>
      </p:sp>
      <p:sp>
        <p:nvSpPr>
          <p:cNvPr id="2" name="">
            <a:extLst xmlns:a="http://schemas.openxmlformats.org/drawingml/2006/main">
              <a:ext uri="{FF2B5EF4-FFF2-40B4-BE49-F238E27FC236}">
                <a16:creationId xmlns:a16="http://schemas.microsoft.com/office/drawing/2014/main" id="{2BEAD0E3-184E-4AF1-BEB4-577DBF7C8481}"/>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72A51E7E-C560-49CF-BCCC-50668D76F541}"/>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EF576E9-B7A9-420E-B939-A6BDECB7B9B7}"/>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8215AF50-FBDC-4A95-BAB8-CC198CEC6D1C}"/>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Explain additive contract inheritance</a:t>
            </a:r>
          </a:p>
        </p:txBody>
      </p:sp>
      <p:sp>
        <p:nvSpPr>
          <p:cNvPr id="6" name="">
            <a:extLst xmlns:a="http://schemas.openxmlformats.org/drawingml/2006/main">
              <a:ext uri="{FF2B5EF4-FFF2-40B4-BE49-F238E27FC236}">
                <a16:creationId xmlns:a16="http://schemas.microsoft.com/office/drawing/2014/main" id="{006DB0FD-CDDD-4388-BAEE-B16DDA3E1CAB}"/>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72608B2-3E2E-4C7F-806E-E76B8A544E08}"/>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FC68DA47-03FC-4CCC-AAFC-A4DA581A7B66}"/>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Map producers and consumers</a:t>
            </a:r>
          </a:p>
        </p:txBody>
      </p:sp>
      <p:sp>
        <p:nvSpPr>
          <p:cNvPr id="9" name="">
            <a:extLst xmlns:a="http://schemas.openxmlformats.org/drawingml/2006/main">
              <a:ext uri="{FF2B5EF4-FFF2-40B4-BE49-F238E27FC236}">
                <a16:creationId xmlns:a16="http://schemas.microsoft.com/office/drawing/2014/main" id="{59669F8E-2815-4AC7-A6EC-3672B26573AC}"/>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943B7FE0-FEBB-46AF-BE18-57D257F8950E}"/>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49E92648-B8A5-4CCC-B517-6447DBCDD39B}"/>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Validate the universal envelope</a:t>
            </a:r>
          </a:p>
        </p:txBody>
      </p:sp>
      <p:sp>
        <p:nvSpPr>
          <p:cNvPr id="12" name="">
            <a:extLst xmlns:a="http://schemas.openxmlformats.org/drawingml/2006/main">
              <a:ext uri="{FF2B5EF4-FFF2-40B4-BE49-F238E27FC236}">
                <a16:creationId xmlns:a16="http://schemas.microsoft.com/office/drawing/2014/main" id="{4CE357D1-7DCF-426A-8BD9-58140A15646A}"/>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7D2E03F9-E969-4642-8F0C-E27F70C1AD05}"/>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ADDD0DBC-AF88-431F-9C29-8DEB3217A25D}"/>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5B729A67-B5E3-4DC6-ADB8-D23E58229ED4}"/>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0E532896-6D01-45BE-AB5E-C629047F6A80}"/>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CDE0C322-4048-482C-94F3-95AC027C96CB}"/>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3CB61774-966B-4581-B1A4-03085B8D31AD}"/>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22308ED4-E23E-40E3-8133-7AAFBF376997}"/>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41DE7ADE-024E-4F64-BA30-62FDC478E8AC}"/>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22406888-DEEE-4B34-B78C-1A87A7018060}"/>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14D66EB7-2EBA-4FFB-B29B-7FA806FB227A}"/>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7FECC155-7E17-4DBF-9242-AE6F5787D99C}"/>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6DEF1F35-29F0-4971-81C5-9765948BF533}"/>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950D3CEE-7C79-4F18-8302-7B6E97172CF3}"/>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4CC46458-AC3C-4D05-B0A7-2C69B118165E}"/>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B73A69EC-FBE6-4605-88A6-3E54FB5C66C5}"/>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BD462150-FE28-4459-80E9-BC6AE46199F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6B6111CB-4647-4C57-B608-D13889B1AF76}"/>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30" name="">
            <a:extLst xmlns:a="http://schemas.openxmlformats.org/drawingml/2006/main">
              <a:ext uri="{FF2B5EF4-FFF2-40B4-BE49-F238E27FC236}">
                <a16:creationId xmlns:a16="http://schemas.microsoft.com/office/drawing/2014/main" id="{F0D672A3-EAAB-48B1-9423-C147724612D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6473175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9866C8E-01EC-4FD5-867F-5BF08E91B96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48FC15A2-D783-4006-B3EF-0359564321C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D58C3544-6E69-4F1F-90C1-D16C6FC0426B}"/>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9B1BBA60-7680-4AD6-9B59-B80BCB57684C}"/>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UNIVERSAL</a:t>
            </a:r>
          </a:p>
        </p:txBody>
      </p:sp>
      <p:sp>
        <p:nvSpPr>
          <p:cNvPr id="5" name="">
            <a:extLst xmlns:a="http://schemas.openxmlformats.org/drawingml/2006/main">
              <a:ext uri="{FF2B5EF4-FFF2-40B4-BE49-F238E27FC236}">
                <a16:creationId xmlns:a16="http://schemas.microsoft.com/office/drawing/2014/main" id="{3AF46E6E-FE08-4026-81DE-ACB95CE0577B}"/>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Identity + integrity envelope</a:t>
            </a:r>
          </a:p>
        </p:txBody>
      </p:sp>
      <p:sp>
        <p:nvSpPr>
          <p:cNvPr id="6" name="">
            <a:extLst xmlns:a="http://schemas.openxmlformats.org/drawingml/2006/main">
              <a:ext uri="{FF2B5EF4-FFF2-40B4-BE49-F238E27FC236}">
                <a16:creationId xmlns:a16="http://schemas.microsoft.com/office/drawing/2014/main" id="{A8F36ED4-4FF7-45EB-BAB8-706AF6709F36}"/>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0F0397C8-80A3-476A-A2C8-5259EAABA2B4}"/>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LAYER</a:t>
            </a:r>
          </a:p>
        </p:txBody>
      </p:sp>
      <p:sp>
        <p:nvSpPr>
          <p:cNvPr id="8" name="">
            <a:extLst xmlns:a="http://schemas.openxmlformats.org/drawingml/2006/main">
              <a:ext uri="{FF2B5EF4-FFF2-40B4-BE49-F238E27FC236}">
                <a16:creationId xmlns:a16="http://schemas.microsoft.com/office/drawing/2014/main" id="{E7473070-3E9D-4DC5-880E-C3CEF90C2353}"/>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Shared role-class rules</a:t>
            </a:r>
          </a:p>
        </p:txBody>
      </p:sp>
      <p:sp>
        <p:nvSpPr>
          <p:cNvPr id="9" name="">
            <a:extLst xmlns:a="http://schemas.openxmlformats.org/drawingml/2006/main">
              <a:ext uri="{FF2B5EF4-FFF2-40B4-BE49-F238E27FC236}">
                <a16:creationId xmlns:a16="http://schemas.microsoft.com/office/drawing/2014/main" id="{3095C86B-3F15-4B74-AF30-9774A726FC27}"/>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9114333-152E-4B2C-AECC-C00A84AD1E85}"/>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ARTIFACT</a:t>
            </a:r>
          </a:p>
        </p:txBody>
      </p:sp>
      <p:sp>
        <p:nvSpPr>
          <p:cNvPr id="11" name="">
            <a:extLst xmlns:a="http://schemas.openxmlformats.org/drawingml/2006/main">
              <a:ext uri="{FF2B5EF4-FFF2-40B4-BE49-F238E27FC236}">
                <a16:creationId xmlns:a16="http://schemas.microsoft.com/office/drawing/2014/main" id="{311BF182-6D65-4BD0-A668-EC676105E541}"/>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Typed evidence and findings</a:t>
            </a:r>
          </a:p>
        </p:txBody>
      </p:sp>
      <p:sp>
        <p:nvSpPr>
          <p:cNvPr id="12" name="">
            <a:extLst xmlns:a="http://schemas.openxmlformats.org/drawingml/2006/main">
              <a:ext uri="{FF2B5EF4-FFF2-40B4-BE49-F238E27FC236}">
                <a16:creationId xmlns:a16="http://schemas.microsoft.com/office/drawing/2014/main" id="{C8FE85C2-BD9D-4337-98C8-6D0A9C4268CC}"/>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772CC626-0135-4140-A282-ED9A888FDE59}"/>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ROLE</a:t>
            </a:r>
          </a:p>
        </p:txBody>
      </p:sp>
      <p:sp>
        <p:nvSpPr>
          <p:cNvPr id="14" name="">
            <a:extLst xmlns:a="http://schemas.openxmlformats.org/drawingml/2006/main">
              <a:ext uri="{FF2B5EF4-FFF2-40B4-BE49-F238E27FC236}">
                <a16:creationId xmlns:a16="http://schemas.microsoft.com/office/drawing/2014/main" id="{C3DE8D3B-EFCE-46BF-A2D8-0B70348887E6}"/>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Owned question + method</a:t>
            </a:r>
          </a:p>
        </p:txBody>
      </p:sp>
      <p:sp>
        <p:nvSpPr>
          <p:cNvPr id="15" name="">
            <a:extLst xmlns:a="http://schemas.openxmlformats.org/drawingml/2006/main">
              <a:ext uri="{FF2B5EF4-FFF2-40B4-BE49-F238E27FC236}">
                <a16:creationId xmlns:a16="http://schemas.microsoft.com/office/drawing/2014/main" id="{1ADA6350-B1D8-4F9F-A7C9-9CEB8026B365}"/>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AFD23795-3434-4EFA-85D5-53B7A281A1BB}"/>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26FA7E9F-18C5-4D0A-BBF2-EC73012026FD}"/>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3E9703B8-4D4D-4134-B42E-8207BBCEE3BF}"/>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DC016812-F518-473F-8202-5D5081B176A2}"/>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3038212B-6C01-4AF2-9221-C69A47483102}"/>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21" name="">
            <a:extLst xmlns:a="http://schemas.openxmlformats.org/drawingml/2006/main">
              <a:ext uri="{FF2B5EF4-FFF2-40B4-BE49-F238E27FC236}">
                <a16:creationId xmlns:a16="http://schemas.microsoft.com/office/drawing/2014/main" id="{C5BE4B41-DAF5-4981-BCBB-916DCE221556}"/>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5245913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CDC1814-E98C-4E65-8073-EC74D12DED0C}"/>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7FD4CB7A-14C9-4085-90CB-51A399D8594E}"/>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EDDBE792-EB1B-4103-A247-27CFBE4D6E39}"/>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39683CD8-AD01-43EF-9EA9-D88D11DC7FA6}"/>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C152C66F-9D9F-43E6-A2E5-4A065398D725}"/>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Universal contract</a:t>
            </a:r>
          </a:p>
        </p:txBody>
      </p:sp>
      <p:sp>
        <p:nvSpPr>
          <p:cNvPr id="6" name="">
            <a:extLst xmlns:a="http://schemas.openxmlformats.org/drawingml/2006/main">
              <a:ext uri="{FF2B5EF4-FFF2-40B4-BE49-F238E27FC236}">
                <a16:creationId xmlns:a16="http://schemas.microsoft.com/office/drawing/2014/main" id="{FAB36968-CF80-4884-B333-C251A7B8DDF1}"/>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9E6E6A63-7F2C-45CE-967B-C2BCF8FB8E5C}"/>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45F21211-978B-402F-A580-248FC6BA4583}"/>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01D05DC7-05F5-4CCB-B7D5-48902D2DE870}"/>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679C147E-8329-49CF-AA1D-BCB0969AAB97}"/>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Layer contract</a:t>
            </a:r>
          </a:p>
        </p:txBody>
      </p:sp>
      <p:sp>
        <p:nvSpPr>
          <p:cNvPr id="11" name="">
            <a:extLst xmlns:a="http://schemas.openxmlformats.org/drawingml/2006/main">
              <a:ext uri="{FF2B5EF4-FFF2-40B4-BE49-F238E27FC236}">
                <a16:creationId xmlns:a16="http://schemas.microsoft.com/office/drawing/2014/main" id="{BC5AF005-F5C3-4A16-8C3A-5A0FC0F8B802}"/>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A87454A4-4B0B-48EC-8E1B-1553AA7C26E0}"/>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FF907A7B-9D0D-49CF-9211-0189B5251281}"/>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1DDD34D0-9512-41E5-86B0-9870FC47077F}"/>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C8A74BE1-3ACB-4E60-8E9B-677B29DFE9F8}"/>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Artifact contract</a:t>
            </a:r>
          </a:p>
        </p:txBody>
      </p:sp>
      <p:sp>
        <p:nvSpPr>
          <p:cNvPr id="16" name="">
            <a:extLst xmlns:a="http://schemas.openxmlformats.org/drawingml/2006/main">
              <a:ext uri="{FF2B5EF4-FFF2-40B4-BE49-F238E27FC236}">
                <a16:creationId xmlns:a16="http://schemas.microsoft.com/office/drawing/2014/main" id="{F5C58E01-EA6C-4F9D-8A01-778A2A68B128}"/>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B5435128-EB76-4348-95B8-C4EF3081379A}"/>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EEF5E031-6496-4713-B980-07B17DBCAA50}"/>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FE35E1F4-0AA0-44AF-82D1-7D9EA5B7682A}"/>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A300B559-5FEE-4D38-9297-3C50E09B6AF8}"/>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Role specification</a:t>
            </a:r>
          </a:p>
        </p:txBody>
      </p:sp>
      <p:sp>
        <p:nvSpPr>
          <p:cNvPr id="21" name="">
            <a:extLst xmlns:a="http://schemas.openxmlformats.org/drawingml/2006/main">
              <a:ext uri="{FF2B5EF4-FFF2-40B4-BE49-F238E27FC236}">
                <a16:creationId xmlns:a16="http://schemas.microsoft.com/office/drawing/2014/main" id="{CC51E170-1852-48DE-B1BC-CDDE4B722255}"/>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00F10875-5A3C-4E83-96E7-CE22EF9E72B6}"/>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75FD0FC3-0DC9-4627-9B39-E8011BC40CAA}"/>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964C80BE-515B-4ED5-B96E-9841966BBDCA}"/>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882A9FB5-5615-493B-B562-66C6D26D9BE9}"/>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Prompt</a:t>
            </a:r>
          </a:p>
        </p:txBody>
      </p:sp>
      <p:sp>
        <p:nvSpPr>
          <p:cNvPr id="26" name="">
            <a:extLst xmlns:a="http://schemas.openxmlformats.org/drawingml/2006/main">
              <a:ext uri="{FF2B5EF4-FFF2-40B4-BE49-F238E27FC236}">
                <a16:creationId xmlns:a16="http://schemas.microsoft.com/office/drawing/2014/main" id="{5574D378-84E6-4B19-8BC6-046394839BBC}"/>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28957612-FFD9-436B-91E2-27667708A4A1}"/>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6C76E71D-1C6C-4F24-81B1-3302A2CBA86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29" name="">
            <a:extLst xmlns:a="http://schemas.openxmlformats.org/drawingml/2006/main">
              <a:ext uri="{FF2B5EF4-FFF2-40B4-BE49-F238E27FC236}">
                <a16:creationId xmlns:a16="http://schemas.microsoft.com/office/drawing/2014/main" id="{06212281-600D-4125-B65C-B0C6A2B7BF5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4475982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83ABF2-FC81-40E3-AEF5-A6DD3E6223E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9236AB53-706D-4823-A66D-43104292861B}"/>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4FE0196A-FB07-434E-B733-0A7DF7352159}"/>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409F4094-43B6-4422-AB66-CDDFEB0E9DB4}"/>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DC21A7E7-98B0-43CD-85FF-9E7037152BBF}"/>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Repair a flawed artifact without changing its evidence.</a:t>
            </a:r>
          </a:p>
        </p:txBody>
      </p:sp>
      <p:sp>
        <p:nvSpPr>
          <p:cNvPr id="6" name="">
            <a:extLst xmlns:a="http://schemas.openxmlformats.org/drawingml/2006/main">
              <a:ext uri="{FF2B5EF4-FFF2-40B4-BE49-F238E27FC236}">
                <a16:creationId xmlns:a16="http://schemas.microsoft.com/office/drawing/2014/main" id="{A8D60123-B22C-4000-963F-E56B1DF8534F}"/>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26A7E52-DF18-412F-B33D-0213683A9DB9}"/>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F03F42C6-09F9-48A2-9087-50DAE9F541BF}"/>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Find missing fields</a:t>
            </a:r>
          </a:p>
        </p:txBody>
      </p:sp>
      <p:sp>
        <p:nvSpPr>
          <p:cNvPr id="9" name="">
            <a:extLst xmlns:a="http://schemas.openxmlformats.org/drawingml/2006/main">
              <a:ext uri="{FF2B5EF4-FFF2-40B4-BE49-F238E27FC236}">
                <a16:creationId xmlns:a16="http://schemas.microsoft.com/office/drawing/2014/main" id="{5B867D45-2F40-4627-843B-529BCF9DFF62}"/>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502D4949-4744-45F4-86AA-E2363C1B88EF}"/>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D703CB8F-BDC5-42ED-B1A9-074D8DEC0482}"/>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Find semantic violations</a:t>
            </a:r>
          </a:p>
        </p:txBody>
      </p:sp>
      <p:sp>
        <p:nvSpPr>
          <p:cNvPr id="12" name="">
            <a:extLst xmlns:a="http://schemas.openxmlformats.org/drawingml/2006/main">
              <a:ext uri="{FF2B5EF4-FFF2-40B4-BE49-F238E27FC236}">
                <a16:creationId xmlns:a16="http://schemas.microsoft.com/office/drawing/2014/main" id="{58308D49-8273-4848-AC3B-F5C8C0EA1D82}"/>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1607BCD3-62E7-447E-B8D7-1E26371C8590}"/>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F764EB51-8918-4538-972D-FCFF61991BA1}"/>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Validate the repair</a:t>
            </a:r>
          </a:p>
        </p:txBody>
      </p:sp>
      <p:sp>
        <p:nvSpPr>
          <p:cNvPr id="15" name="">
            <a:extLst xmlns:a="http://schemas.openxmlformats.org/drawingml/2006/main">
              <a:ext uri="{FF2B5EF4-FFF2-40B4-BE49-F238E27FC236}">
                <a16:creationId xmlns:a16="http://schemas.microsoft.com/office/drawing/2014/main" id="{1FE900FD-0580-447C-811D-FC59033BF3D0}"/>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B75E058A-895E-46F2-B14C-BEE7EA795F19}"/>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40F87800-8D4E-4769-BEDD-D9AFFC856C63}"/>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18" name="">
            <a:extLst xmlns:a="http://schemas.openxmlformats.org/drawingml/2006/main">
              <a:ext uri="{FF2B5EF4-FFF2-40B4-BE49-F238E27FC236}">
                <a16:creationId xmlns:a16="http://schemas.microsoft.com/office/drawing/2014/main" id="{84BBA299-7B8B-4C64-871A-ADC2A2B0E149}"/>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5591217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D43DE8C-0ED4-4961-A5D4-48C0F416BF37}"/>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F415D3C3-1A67-4DCA-BB66-2B0478DBF5A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95DE20AC-D3FD-480E-B05B-096E4E2EB6A9}"/>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Translate contract obligations into explicit prompt clauses and output fields.</a:t>
            </a:r>
          </a:p>
        </p:txBody>
      </p:sp>
      <p:sp>
        <p:nvSpPr>
          <p:cNvPr id="4" name="">
            <a:extLst xmlns:a="http://schemas.openxmlformats.org/drawingml/2006/main">
              <a:ext uri="{FF2B5EF4-FFF2-40B4-BE49-F238E27FC236}">
                <a16:creationId xmlns:a16="http://schemas.microsoft.com/office/drawing/2014/main" id="{51D37052-E6B0-4787-B504-E34CFE8F04C0}"/>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F5EDC23F-CDA1-43C0-B4EB-C506DA6603FE}"/>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CF8F6B09-9CEC-41FE-AB04-DD5F0C34150F}"/>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Identity</a:t>
            </a:r>
          </a:p>
        </p:txBody>
      </p:sp>
      <p:sp>
        <p:nvSpPr>
          <p:cNvPr id="7" name="">
            <a:extLst xmlns:a="http://schemas.openxmlformats.org/drawingml/2006/main">
              <a:ext uri="{FF2B5EF4-FFF2-40B4-BE49-F238E27FC236}">
                <a16:creationId xmlns:a16="http://schemas.microsoft.com/office/drawing/2014/main" id="{69E79350-77A1-418E-9BA0-066253F84714}"/>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D5AEF07F-5874-4076-BF0A-A283DD114808}"/>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13101427-D92B-42E8-98A0-356FA46B63E3}"/>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Execution</a:t>
            </a:r>
          </a:p>
        </p:txBody>
      </p:sp>
      <p:sp>
        <p:nvSpPr>
          <p:cNvPr id="10" name="">
            <a:extLst xmlns:a="http://schemas.openxmlformats.org/drawingml/2006/main">
              <a:ext uri="{FF2B5EF4-FFF2-40B4-BE49-F238E27FC236}">
                <a16:creationId xmlns:a16="http://schemas.microsoft.com/office/drawing/2014/main" id="{DEC2721A-79F8-4271-8B98-C7222A505AE8}"/>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7E076C1B-B2C3-407C-B53B-61A100108522}"/>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9F8C515F-FFE2-480E-941A-CF2D04C9FEF1}"/>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Scope</a:t>
            </a:r>
          </a:p>
        </p:txBody>
      </p:sp>
      <p:sp>
        <p:nvSpPr>
          <p:cNvPr id="13" name="">
            <a:extLst xmlns:a="http://schemas.openxmlformats.org/drawingml/2006/main">
              <a:ext uri="{FF2B5EF4-FFF2-40B4-BE49-F238E27FC236}">
                <a16:creationId xmlns:a16="http://schemas.microsoft.com/office/drawing/2014/main" id="{374F2538-EE10-4484-9E0C-E8D2A5DD15D0}"/>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1379A09A-64B2-4B15-A143-ADF084B7301D}"/>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5E9356DB-6304-4E86-956B-E77FFA6A5138}"/>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Evidence</a:t>
            </a:r>
          </a:p>
        </p:txBody>
      </p:sp>
      <p:sp>
        <p:nvSpPr>
          <p:cNvPr id="16" name="">
            <a:extLst xmlns:a="http://schemas.openxmlformats.org/drawingml/2006/main">
              <a:ext uri="{FF2B5EF4-FFF2-40B4-BE49-F238E27FC236}">
                <a16:creationId xmlns:a16="http://schemas.microsoft.com/office/drawing/2014/main" id="{20A955A8-40E6-4BFE-A650-56C5376665EB}"/>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DE62C1C7-0167-4EA5-A7F1-23A8AE0EB188}"/>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2FD8CA1D-AAD7-4A79-A50F-C5B02C17EEAA}"/>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Confidence</a:t>
            </a:r>
          </a:p>
        </p:txBody>
      </p:sp>
      <p:sp>
        <p:nvSpPr>
          <p:cNvPr id="19" name="">
            <a:extLst xmlns:a="http://schemas.openxmlformats.org/drawingml/2006/main">
              <a:ext uri="{FF2B5EF4-FFF2-40B4-BE49-F238E27FC236}">
                <a16:creationId xmlns:a16="http://schemas.microsoft.com/office/drawing/2014/main" id="{6BF410C4-D896-4BBF-A93E-AAC4F796E22B}"/>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FE491F10-53B4-4FE4-A9B1-9ABA77CBC615}"/>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517C1B2C-CF65-4079-AF58-13652C8BE57C}"/>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Consumers</a:t>
            </a:r>
          </a:p>
        </p:txBody>
      </p:sp>
      <p:sp>
        <p:nvSpPr>
          <p:cNvPr id="22" name="">
            <a:extLst xmlns:a="http://schemas.openxmlformats.org/drawingml/2006/main">
              <a:ext uri="{FF2B5EF4-FFF2-40B4-BE49-F238E27FC236}">
                <a16:creationId xmlns:a16="http://schemas.microsoft.com/office/drawing/2014/main" id="{0ABBA860-592B-42A8-8160-E8B10FD81C9C}"/>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A26A9178-8A5F-411F-9F15-AD9D5408FF2E}"/>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24" name="">
            <a:extLst xmlns:a="http://schemas.openxmlformats.org/drawingml/2006/main">
              <a:ext uri="{FF2B5EF4-FFF2-40B4-BE49-F238E27FC236}">
                <a16:creationId xmlns:a16="http://schemas.microsoft.com/office/drawing/2014/main" id="{ACFBAC44-6A88-4D63-BA52-E5E2D00ADEE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728031961"/>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7115C3-6801-47DB-9C96-B2ABC59C64F3}"/>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04  •  EXIT TICKET</a:t>
            </a:r>
          </a:p>
        </p:txBody>
      </p:sp>
      <p:sp>
        <p:nvSpPr>
          <p:cNvPr id="2" name="">
            <a:extLst xmlns:a="http://schemas.openxmlformats.org/drawingml/2006/main">
              <a:ext uri="{FF2B5EF4-FFF2-40B4-BE49-F238E27FC236}">
                <a16:creationId xmlns:a16="http://schemas.microsoft.com/office/drawing/2014/main" id="{86DDFD53-4B4D-433C-8DE4-4AA405C639EE}"/>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Explain why a role prompt cannot override the universal contract.</a:t>
            </a:r>
          </a:p>
        </p:txBody>
      </p:sp>
      <p:sp>
        <p:nvSpPr>
          <p:cNvPr id="3" name="">
            <a:extLst xmlns:a="http://schemas.openxmlformats.org/drawingml/2006/main">
              <a:ext uri="{FF2B5EF4-FFF2-40B4-BE49-F238E27FC236}">
                <a16:creationId xmlns:a16="http://schemas.microsoft.com/office/drawing/2014/main" id="{FD7E31E1-A221-4B1F-BBD6-699904DEBB18}"/>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B50CBBA2-E78C-4A18-A5AD-23AD94E12415}"/>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594CAA2F-8F7E-4D82-B11C-7E0DD623FC47}"/>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05</a:t>
            </a:r>
          </a:p>
        </p:txBody>
      </p:sp>
    </p:spTree>
    <p:extLst>
      <p:ext uri="{BB962C8B-B14F-4D97-AF65-F5344CB8AC3E}">
        <p14:creationId xmlns:p14="http://schemas.microsoft.com/office/powerpoint/2010/main" val="11286472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2026-07-30T16:07:45.4160000Z</dcterms:created>
  <dcterms:modified xsi:type="dcterms:W3CDTF">2026-07-30T16:07:45.4160000Z</dcterms:modified>
</coreProperties>
</file>