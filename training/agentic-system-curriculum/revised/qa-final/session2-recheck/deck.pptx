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eacaa82e694fc5" /><Relationship Type="http://schemas.openxmlformats.org/officeDocument/2006/relationships/extended-properties" Target="/docProps/app.xml" Id="R28a6073e202b41e2" /><Relationship Type="http://schemas.openxmlformats.org/officeDocument/2006/relationships/officeDocument" Target="/ppt/presentation.xml" Id="R9c18839173d04b17" /></Relationships>
</file>

<file path=ppt/presentation.xml><?xml version="1.0" encoding="utf-8"?>
<p:presentation xmlns:p="http://schemas.openxmlformats.org/presentationml/2006/main">
  <p:sldMasterIdLst>
    <p:sldMasterId xmlns:r="http://schemas.openxmlformats.org/officeDocument/2006/relationships" id="2147483648" r:id="R9eb563d8ee5b478e"/>
  </p:sldMasterIdLst>
  <p:notesMasterIdLst>
    <p:notesMasterId xmlns:r="http://schemas.openxmlformats.org/officeDocument/2006/relationships" r:id="R6f1fd7eb4a884440"/>
  </p:notesMasterIdLst>
  <p:sldIdLst>
    <p:sldId xmlns:r="http://schemas.openxmlformats.org/officeDocument/2006/relationships" id="256" r:id="Ra01329fac8944df2"/>
    <p:sldId xmlns:r="http://schemas.openxmlformats.org/officeDocument/2006/relationships" id="257" r:id="R76814d5e8c5343a5"/>
    <p:sldId xmlns:r="http://schemas.openxmlformats.org/officeDocument/2006/relationships" id="258" r:id="R8e23e28005464d14"/>
    <p:sldId xmlns:r="http://schemas.openxmlformats.org/officeDocument/2006/relationships" id="259" r:id="R0665c30da79540bb"/>
    <p:sldId xmlns:r="http://schemas.openxmlformats.org/officeDocument/2006/relationships" id="260" r:id="R46bdee70d44c463c"/>
    <p:sldId xmlns:r="http://schemas.openxmlformats.org/officeDocument/2006/relationships" id="261" r:id="R3bd23cff8b7f4ce8"/>
    <p:sldId xmlns:r="http://schemas.openxmlformats.org/officeDocument/2006/relationships" id="262" r:id="Rcbf1285cb10243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ab0c7fa981424b" /><Relationship Type="http://schemas.openxmlformats.org/officeDocument/2006/relationships/slideMaster" Target="/ppt/slideMasters/slideMaster1.xml" Id="R9eb563d8ee5b478e" /><Relationship Type="http://schemas.openxmlformats.org/officeDocument/2006/relationships/notesMaster" Target="/ppt/notesMasters/notesMaster1.xml" Id="R6f1fd7eb4a884440" /><Relationship Type="http://schemas.openxmlformats.org/officeDocument/2006/relationships/presProps" Target="/ppt/presProps.xml" Id="R3f94f459f5fb4712" /><Relationship Type="http://schemas.openxmlformats.org/officeDocument/2006/relationships/tableStyles" Target="/ppt/tableStyles.xml" Id="Re9a97f912de648ee" /><Relationship Type="http://schemas.openxmlformats.org/officeDocument/2006/relationships/slide" Target="/ppt/slides/slide1.xml" Id="Ra01329fac8944df2" /><Relationship Type="http://schemas.openxmlformats.org/officeDocument/2006/relationships/slide" Target="/ppt/slides/slide2.xml" Id="R76814d5e8c5343a5" /><Relationship Type="http://schemas.openxmlformats.org/officeDocument/2006/relationships/slide" Target="/ppt/slides/slide3.xml" Id="R8e23e28005464d14" /><Relationship Type="http://schemas.openxmlformats.org/officeDocument/2006/relationships/slide" Target="/ppt/slides/slide4.xml" Id="R0665c30da79540bb" /><Relationship Type="http://schemas.openxmlformats.org/officeDocument/2006/relationships/slide" Target="/ppt/slides/slide5.xml" Id="R46bdee70d44c463c" /><Relationship Type="http://schemas.openxmlformats.org/officeDocument/2006/relationships/slide" Target="/ppt/slides/slide6.xml" Id="R3bd23cff8b7f4ce8" /><Relationship Type="http://schemas.openxmlformats.org/officeDocument/2006/relationships/slide" Target="/ppt/slides/slide7.xml" Id="Rcbf1285cb10243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1a73458cb04f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0d759e480947c8" /><Relationship Type="http://schemas.openxmlformats.org/officeDocument/2006/relationships/notesMaster" Target="/ppt/notesMasters/notesMaster1.xml" Id="R5ddf63f35e9b48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5cb83d24034686" /><Relationship Type="http://schemas.openxmlformats.org/officeDocument/2006/relationships/notesMaster" Target="/ppt/notesMasters/notesMaster1.xml" Id="Re0066f18271848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a0ab519f9f4fe7" /><Relationship Type="http://schemas.openxmlformats.org/officeDocument/2006/relationships/notesMaster" Target="/ppt/notesMasters/notesMaster1.xml" Id="Rd611e8bfeddc4e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69b462ef8348aa" /><Relationship Type="http://schemas.openxmlformats.org/officeDocument/2006/relationships/notesMaster" Target="/ppt/notesMasters/notesMaster1.xml" Id="Re300cc88073543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2bc4579ee54350" /><Relationship Type="http://schemas.openxmlformats.org/officeDocument/2006/relationships/notesMaster" Target="/ppt/notesMasters/notesMaster1.xml" Id="Rce227e9a397c44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843c5bf4c5423b" /><Relationship Type="http://schemas.openxmlformats.org/officeDocument/2006/relationships/notesMaster" Target="/ppt/notesMasters/notesMaster1.xml" Id="R5fb392abab1445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14fcaad6564795" /><Relationship Type="http://schemas.openxmlformats.org/officeDocument/2006/relationships/notesMaster" Target="/ppt/notesMasters/notesMaster1.xml" Id="R1660e3385c51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85cac222324f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231c37ed354d5f" /><Relationship Type="http://schemas.openxmlformats.org/officeDocument/2006/relationships/slideLayout" Target="/ppt/slideLayouts/slideLayout1.xml" Id="Rf4f210c5d95e41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f210c5d95e41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6ed1bff78b420b" /><Relationship Type="http://schemas.openxmlformats.org/officeDocument/2006/relationships/notesSlide" Target="/ppt/notesSlides/notesSlide1.xml" Id="R07a4998b50194a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0f795c089b4e32" /><Relationship Type="http://schemas.openxmlformats.org/officeDocument/2006/relationships/notesSlide" Target="/ppt/notesSlides/notesSlide2.xml" Id="R31835888007d42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a4f135fd4b4fa2" /><Relationship Type="http://schemas.openxmlformats.org/officeDocument/2006/relationships/notesSlide" Target="/ppt/notesSlides/notesSlide3.xml" Id="Rd24567c6f59948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352faa68d7491e" /><Relationship Type="http://schemas.openxmlformats.org/officeDocument/2006/relationships/notesSlide" Target="/ppt/notesSlides/notesSlide4.xml" Id="R304d5351e7aa42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092de174354a67" /><Relationship Type="http://schemas.openxmlformats.org/officeDocument/2006/relationships/notesSlide" Target="/ppt/notesSlides/notesSlide5.xml" Id="R3fe158fb5fb14e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f94cfb8e1a4cb1" /><Relationship Type="http://schemas.openxmlformats.org/officeDocument/2006/relationships/notesSlide" Target="/ppt/notesSlides/notesSlide6.xml" Id="Rb0f048769b9148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c2d2f518434b27" /><Relationship Type="http://schemas.openxmlformats.org/officeDocument/2006/relationships/notesSlide" Target="/ppt/notesSlides/notesSlide7.xml" Id="R7dbe45c3931946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E133E5-BDDC-4960-867B-4CF63F9980D1}"/>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86D45835-889B-4174-B379-28E46E46F7A3}"/>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895D30A2-2456-417E-BA3C-ED0F4A169283}"/>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02</a:t>
            </a:r>
          </a:p>
        </p:txBody>
      </p:sp>
      <p:sp>
        <p:nvSpPr>
          <p:cNvPr id="4" name="">
            <a:extLst xmlns:a="http://schemas.openxmlformats.org/drawingml/2006/main">
              <a:ext uri="{FF2B5EF4-FFF2-40B4-BE49-F238E27FC236}">
                <a16:creationId xmlns:a16="http://schemas.microsoft.com/office/drawing/2014/main" id="{9EA42FA2-9552-4C37-A603-55E7ED1573B7}"/>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Evidence First. Humans Decide.</a:t>
            </a:r>
          </a:p>
        </p:txBody>
      </p:sp>
      <p:sp>
        <p:nvSpPr>
          <p:cNvPr id="5" name="">
            <a:extLst xmlns:a="http://schemas.openxmlformats.org/drawingml/2006/main">
              <a:ext uri="{FF2B5EF4-FFF2-40B4-BE49-F238E27FC236}">
                <a16:creationId xmlns:a16="http://schemas.microsoft.com/office/drawing/2014/main" id="{154D48C3-93BC-4872-8C7A-976D90737954}"/>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What should an agent be allowed to claim?</a:t>
            </a:r>
          </a:p>
        </p:txBody>
      </p:sp>
      <p:sp>
        <p:nvSpPr>
          <p:cNvPr id="6" name="">
            <a:extLst xmlns:a="http://schemas.openxmlformats.org/drawingml/2006/main">
              <a:ext uri="{FF2B5EF4-FFF2-40B4-BE49-F238E27FC236}">
                <a16:creationId xmlns:a16="http://schemas.microsoft.com/office/drawing/2014/main" id="{BDFF53FE-5E85-4C94-9C83-594995B08B18}"/>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5171F00-425E-4E2B-9E19-5091333F9F7B}"/>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C30E87F0-300C-4BC5-AAC3-7B0D481870CE}"/>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3D4C3779-6F94-4AD0-92B3-F1C92F096851}"/>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4159591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FD38B52-0002-4C79-853E-69BC7D0924B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2 OUTCOMES</a:t>
            </a:r>
          </a:p>
        </p:txBody>
      </p:sp>
      <p:sp>
        <p:nvSpPr>
          <p:cNvPr id="2" name="">
            <a:extLst xmlns:a="http://schemas.openxmlformats.org/drawingml/2006/main">
              <a:ext uri="{FF2B5EF4-FFF2-40B4-BE49-F238E27FC236}">
                <a16:creationId xmlns:a16="http://schemas.microsoft.com/office/drawing/2014/main" id="{D4B0FD72-2219-432E-ACCD-4462BF308CF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890107E6-CAB2-4FC1-BF26-715B22649BA7}"/>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1AA6D4C-CDAD-4E3D-9D2B-13EB8436B9D0}"/>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9155FCBE-36AA-4E84-B79E-86BD0A88D139}"/>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evidence, assessment, recommendation, and decision</a:t>
            </a:r>
          </a:p>
        </p:txBody>
      </p:sp>
      <p:sp>
        <p:nvSpPr>
          <p:cNvPr id="6" name="">
            <a:extLst xmlns:a="http://schemas.openxmlformats.org/drawingml/2006/main">
              <a:ext uri="{FF2B5EF4-FFF2-40B4-BE49-F238E27FC236}">
                <a16:creationId xmlns:a16="http://schemas.microsoft.com/office/drawing/2014/main" id="{DC534EEB-D237-4034-B75F-8279B4508E9C}"/>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318763BA-74B7-4857-9622-AA143B15894C}"/>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7E9256FC-B37C-4C9F-BFB0-5FDB90A87A71}"/>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Detect authority leakage</a:t>
            </a:r>
          </a:p>
        </p:txBody>
      </p:sp>
      <p:sp>
        <p:nvSpPr>
          <p:cNvPr id="9" name="">
            <a:extLst xmlns:a="http://schemas.openxmlformats.org/drawingml/2006/main">
              <a:ext uri="{FF2B5EF4-FFF2-40B4-BE49-F238E27FC236}">
                <a16:creationId xmlns:a16="http://schemas.microsoft.com/office/drawing/2014/main" id="{31FD9F1F-09F1-43C1-936C-96AA95F06A73}"/>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42C1E72-784F-41CF-A233-6DA5F2FB67A8}"/>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DBB9B3B5-CB3F-4F69-A6BD-A83730649691}"/>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Rewrite claims with calibrated confidence</a:t>
            </a:r>
          </a:p>
        </p:txBody>
      </p:sp>
      <p:sp>
        <p:nvSpPr>
          <p:cNvPr id="12" name="">
            <a:extLst xmlns:a="http://schemas.openxmlformats.org/drawingml/2006/main">
              <a:ext uri="{FF2B5EF4-FFF2-40B4-BE49-F238E27FC236}">
                <a16:creationId xmlns:a16="http://schemas.microsoft.com/office/drawing/2014/main" id="{242A7AF2-2823-4023-BE5C-AC7D802F88CD}"/>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FD4C980C-9BFF-4D1C-88E6-35C793BACE96}"/>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0537A348-AFA8-4B22-92B2-EE8742AFA207}"/>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7885DF3C-36EC-4E30-94B5-8047D863EAF0}"/>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57C8F4A5-B881-4996-90A1-EB0D9EBDE5DA}"/>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C4C8B847-4398-48EA-9AC8-7FA0E914D216}"/>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E8B9347F-B49D-49E6-9491-5EDE6B629A23}"/>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B85767B4-A7AF-4878-8536-1549F44A7706}"/>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1D945BB-8494-4ADA-8B2C-46937DF039DD}"/>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3B93D09B-CAE8-42DD-A8FD-82F6C02C20BF}"/>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006D7F20-A16E-4E54-94F2-656512C9BED3}"/>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78BD2C0E-7DD2-425D-8FC7-FBF1BBE034A2}"/>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70167481-1EC7-4DCD-A5E6-43DDD1A903CA}"/>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B7CF82BA-C166-4822-AC7A-042765509F67}"/>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C44EB63A-5B27-4979-AC14-F6046B097267}"/>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F6718795-161A-4361-B85A-8C048F9A54DD}"/>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DF4208AE-3D7C-4423-A2D4-1F50AA91328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1BE06204-F28B-4C57-AD4C-8DF80C959B0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30" name="">
            <a:extLst xmlns:a="http://schemas.openxmlformats.org/drawingml/2006/main">
              <a:ext uri="{FF2B5EF4-FFF2-40B4-BE49-F238E27FC236}">
                <a16:creationId xmlns:a16="http://schemas.microsoft.com/office/drawing/2014/main" id="{81B95446-3074-4852-93CE-FAD84FD4FDC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1225466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6DC35EC-0127-43DD-8B16-88E053220DA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87B80562-B1A1-4ED1-9235-103F317CA2D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C31BEE03-1951-4726-8997-39196C8E2E75}"/>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587E12F-F2E0-4BE2-8F31-6595F47675F5}"/>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EVIDENCE</a:t>
            </a:r>
          </a:p>
        </p:txBody>
      </p:sp>
      <p:sp>
        <p:nvSpPr>
          <p:cNvPr id="5" name="">
            <a:extLst xmlns:a="http://schemas.openxmlformats.org/drawingml/2006/main">
              <a:ext uri="{FF2B5EF4-FFF2-40B4-BE49-F238E27FC236}">
                <a16:creationId xmlns:a16="http://schemas.microsoft.com/office/drawing/2014/main" id="{02687C94-B505-4257-9C31-9AC1E6FDBF3C}"/>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Observable source</a:t>
            </a:r>
          </a:p>
        </p:txBody>
      </p:sp>
      <p:sp>
        <p:nvSpPr>
          <p:cNvPr id="6" name="">
            <a:extLst xmlns:a="http://schemas.openxmlformats.org/drawingml/2006/main">
              <a:ext uri="{FF2B5EF4-FFF2-40B4-BE49-F238E27FC236}">
                <a16:creationId xmlns:a16="http://schemas.microsoft.com/office/drawing/2014/main" id="{637D64A3-BE42-467F-BDFF-CD243DED968C}"/>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59CD0ED-1263-4CFB-AA81-C3A7C216A986}"/>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ASSESSMENT</a:t>
            </a:r>
          </a:p>
        </p:txBody>
      </p:sp>
      <p:sp>
        <p:nvSpPr>
          <p:cNvPr id="8" name="">
            <a:extLst xmlns:a="http://schemas.openxmlformats.org/drawingml/2006/main">
              <a:ext uri="{FF2B5EF4-FFF2-40B4-BE49-F238E27FC236}">
                <a16:creationId xmlns:a16="http://schemas.microsoft.com/office/drawing/2014/main" id="{06970594-9BDD-4238-8A72-1B64A05F556F}"/>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Bounded interpretation</a:t>
            </a:r>
          </a:p>
        </p:txBody>
      </p:sp>
      <p:sp>
        <p:nvSpPr>
          <p:cNvPr id="9" name="">
            <a:extLst xmlns:a="http://schemas.openxmlformats.org/drawingml/2006/main">
              <a:ext uri="{FF2B5EF4-FFF2-40B4-BE49-F238E27FC236}">
                <a16:creationId xmlns:a16="http://schemas.microsoft.com/office/drawing/2014/main" id="{7A27CE5B-50DD-426D-AF33-91D630941253}"/>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980CEFFE-BD27-4DB3-A63F-1403FF69CDE5}"/>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RECOMMENDATION</a:t>
            </a:r>
          </a:p>
        </p:txBody>
      </p:sp>
      <p:sp>
        <p:nvSpPr>
          <p:cNvPr id="11" name="">
            <a:extLst xmlns:a="http://schemas.openxmlformats.org/drawingml/2006/main">
              <a:ext uri="{FF2B5EF4-FFF2-40B4-BE49-F238E27FC236}">
                <a16:creationId xmlns:a16="http://schemas.microsoft.com/office/drawing/2014/main" id="{A8B5F409-2F0A-4E37-BAD0-75FEC675DC76}"/>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Option for consideration</a:t>
            </a:r>
          </a:p>
        </p:txBody>
      </p:sp>
      <p:sp>
        <p:nvSpPr>
          <p:cNvPr id="12" name="">
            <a:extLst xmlns:a="http://schemas.openxmlformats.org/drawingml/2006/main">
              <a:ext uri="{FF2B5EF4-FFF2-40B4-BE49-F238E27FC236}">
                <a16:creationId xmlns:a16="http://schemas.microsoft.com/office/drawing/2014/main" id="{D7656AAE-069F-471C-B7C9-7097DED264BF}"/>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53B2262-EE0C-4127-ADC1-947841AFF782}"/>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DECISION</a:t>
            </a:r>
          </a:p>
        </p:txBody>
      </p:sp>
      <p:sp>
        <p:nvSpPr>
          <p:cNvPr id="14" name="">
            <a:extLst xmlns:a="http://schemas.openxmlformats.org/drawingml/2006/main">
              <a:ext uri="{FF2B5EF4-FFF2-40B4-BE49-F238E27FC236}">
                <a16:creationId xmlns:a16="http://schemas.microsoft.com/office/drawing/2014/main" id="{3B5F1C4B-46A2-4ECB-B3AD-C8BBE6CBCB70}"/>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Human-owned action</a:t>
            </a:r>
          </a:p>
        </p:txBody>
      </p:sp>
      <p:sp>
        <p:nvSpPr>
          <p:cNvPr id="15" name="">
            <a:extLst xmlns:a="http://schemas.openxmlformats.org/drawingml/2006/main">
              <a:ext uri="{FF2B5EF4-FFF2-40B4-BE49-F238E27FC236}">
                <a16:creationId xmlns:a16="http://schemas.microsoft.com/office/drawing/2014/main" id="{0AD32577-7396-444D-9970-3207BC9560B0}"/>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36A89BC1-8E0D-4E8B-A4C2-9F9191E82E95}"/>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014D3EDF-9AD2-4372-A3B5-03D1ACF4CC28}"/>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78E7D70-87B0-4ED9-AE97-955225B8C494}"/>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770569D3-374F-49E4-B0BF-5B9A2457AD9E}"/>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5810A1B-E470-4C08-81E0-2E93DAC9705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1" name="">
            <a:extLst xmlns:a="http://schemas.openxmlformats.org/drawingml/2006/main">
              <a:ext uri="{FF2B5EF4-FFF2-40B4-BE49-F238E27FC236}">
                <a16:creationId xmlns:a16="http://schemas.microsoft.com/office/drawing/2014/main" id="{E0ACD752-6696-4512-B6C3-99823EA3E5E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7060081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6B245C6-A4CC-41DD-8A7C-14CD79B781A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E941E097-D4E9-48E1-973D-98E92A9DDB5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B8046EAB-F4DA-4F3C-82D6-1EFA7414EEF6}"/>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484E634-06CC-45F3-980B-DA60647EB791}"/>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C6E8406D-70BB-4FC2-BADD-AC071670229B}"/>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Observed behavior</a:t>
            </a:r>
          </a:p>
        </p:txBody>
      </p:sp>
      <p:sp>
        <p:nvSpPr>
          <p:cNvPr id="6" name="">
            <a:extLst xmlns:a="http://schemas.openxmlformats.org/drawingml/2006/main">
              <a:ext uri="{FF2B5EF4-FFF2-40B4-BE49-F238E27FC236}">
                <a16:creationId xmlns:a16="http://schemas.microsoft.com/office/drawing/2014/main" id="{C6AC36E5-DAF7-444A-AABC-C18CED596085}"/>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C0EB973B-46C2-418D-A78F-EA133E3E1042}"/>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A9708F03-11BD-4A16-AC71-0DD453F6767E}"/>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69ADDB57-2811-4F83-AB13-7049E7E7766B}"/>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349F4B60-3E9C-49E3-B399-7F1071C68C15}"/>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Evidence ID</a:t>
            </a:r>
          </a:p>
        </p:txBody>
      </p:sp>
      <p:sp>
        <p:nvSpPr>
          <p:cNvPr id="11" name="">
            <a:extLst xmlns:a="http://schemas.openxmlformats.org/drawingml/2006/main">
              <a:ext uri="{FF2B5EF4-FFF2-40B4-BE49-F238E27FC236}">
                <a16:creationId xmlns:a16="http://schemas.microsoft.com/office/drawing/2014/main" id="{DB995952-9FB2-4A1E-8E72-6D97DE1B36D8}"/>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9E5F5469-AD6A-48D6-B190-45B34812573D}"/>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AB821BB3-D373-420D-8540-2B71605867F5}"/>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2062BAD-F8EE-49E0-8A78-23635646D58F}"/>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83CC8E3F-21DD-4383-947D-3E2085FA16BB}"/>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7121481E-1A8D-4A09-A5E8-D413756C1BD0}"/>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C002F861-459D-4FA4-9858-DDEE36F41A00}"/>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82DD36FD-C6F2-48BE-99E3-4C3CFC75CDC7}"/>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0962FE0D-D641-4E41-9C78-9A003E6657FE}"/>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2E217F39-BA94-418E-8364-06AC71C192BA}"/>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11827"/>
                </a:solidFill>
                <a:latin typeface="Aptos"/>
                <a:ea typeface="Aptos"/>
                <a:cs typeface="Aptos"/>
              </a:defRPr>
            </a:pPr>
            <a:r>
              <a:rPr sz="1200" b="1">
                <a:solidFill>
                  <a:srgbClr val="111827"/>
                </a:solidFill>
                <a:latin typeface="Aptos"/>
                <a:ea typeface="Aptos"/>
                <a:cs typeface="Aptos"/>
              </a:rPr>
              <a:t>Recommendation</a:t>
            </a:r>
          </a:p>
        </p:txBody>
      </p:sp>
      <p:sp>
        <p:nvSpPr>
          <p:cNvPr id="21" name="">
            <a:extLst xmlns:a="http://schemas.openxmlformats.org/drawingml/2006/main">
              <a:ext uri="{FF2B5EF4-FFF2-40B4-BE49-F238E27FC236}">
                <a16:creationId xmlns:a16="http://schemas.microsoft.com/office/drawing/2014/main" id="{18489965-2C7E-4F48-80F2-0AB5E31EBA50}"/>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9CB6C215-8D76-48E3-BAD5-56ECA18858ED}"/>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2A111565-BB7D-44DC-BDAF-291A878C56B9}"/>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AB32C4A1-2FB3-41D1-8B08-E157B20240C2}"/>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58AE1FA6-D56D-45B7-B119-06A8F8B9AA3D}"/>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Decision request</a:t>
            </a:r>
          </a:p>
        </p:txBody>
      </p:sp>
      <p:sp>
        <p:nvSpPr>
          <p:cNvPr id="26" name="">
            <a:extLst xmlns:a="http://schemas.openxmlformats.org/drawingml/2006/main">
              <a:ext uri="{FF2B5EF4-FFF2-40B4-BE49-F238E27FC236}">
                <a16:creationId xmlns:a16="http://schemas.microsoft.com/office/drawing/2014/main" id="{FE8677BF-6CA3-415F-B9C7-39D1433C6E0D}"/>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FA1695C3-54D0-49D2-8236-614BCD5F5E0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9032EA0C-A233-4F7C-BD14-6D5357D03B2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9" name="">
            <a:extLst xmlns:a="http://schemas.openxmlformats.org/drawingml/2006/main">
              <a:ext uri="{FF2B5EF4-FFF2-40B4-BE49-F238E27FC236}">
                <a16:creationId xmlns:a16="http://schemas.microsoft.com/office/drawing/2014/main" id="{C0466525-D35C-4EAA-9A7B-4780AFA101C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9185338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51C883F-6239-49C6-8A68-91004478E59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2F056899-FDD5-4518-B1E0-3249BCD117ED}"/>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4C584112-C244-4AF8-8B37-B1B2D944A80B}"/>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69496A8-932C-4267-A160-21223AD17AE0}"/>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8B3A7B03-89F1-4159-8917-05BDE7F68759}"/>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Sort ten statements by epistemic type and repair the overclaims.</a:t>
            </a:r>
          </a:p>
        </p:txBody>
      </p:sp>
      <p:sp>
        <p:nvSpPr>
          <p:cNvPr id="6" name="">
            <a:extLst xmlns:a="http://schemas.openxmlformats.org/drawingml/2006/main">
              <a:ext uri="{FF2B5EF4-FFF2-40B4-BE49-F238E27FC236}">
                <a16:creationId xmlns:a16="http://schemas.microsoft.com/office/drawing/2014/main" id="{8E6ED0DC-D3E3-40E7-8485-C4DC580F370A}"/>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1032101-789D-44D4-8716-9EADF9D12430}"/>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48A9BAC0-9B09-4F45-BE3E-7238A82EDEAC}"/>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Classify</a:t>
            </a:r>
          </a:p>
        </p:txBody>
      </p:sp>
      <p:sp>
        <p:nvSpPr>
          <p:cNvPr id="9" name="">
            <a:extLst xmlns:a="http://schemas.openxmlformats.org/drawingml/2006/main">
              <a:ext uri="{FF2B5EF4-FFF2-40B4-BE49-F238E27FC236}">
                <a16:creationId xmlns:a16="http://schemas.microsoft.com/office/drawing/2014/main" id="{626A1165-B910-4190-953D-2DD78E54D50B}"/>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25561C6B-D02D-4319-9B0D-407A8F5A7770}"/>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615D55CC-E296-40CB-8E5F-F611A6B03595}"/>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Cite evidence</a:t>
            </a:r>
          </a:p>
        </p:txBody>
      </p:sp>
      <p:sp>
        <p:nvSpPr>
          <p:cNvPr id="12" name="">
            <a:extLst xmlns:a="http://schemas.openxmlformats.org/drawingml/2006/main">
              <a:ext uri="{FF2B5EF4-FFF2-40B4-BE49-F238E27FC236}">
                <a16:creationId xmlns:a16="http://schemas.microsoft.com/office/drawing/2014/main" id="{D1DE9180-45BA-405F-8F99-86D9578D651D}"/>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A1D6F98-F6AF-45CF-823C-82C006B346F4}"/>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02D24971-2310-415D-B577-BDC50A9D110E}"/>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Restore authority</a:t>
            </a:r>
          </a:p>
        </p:txBody>
      </p:sp>
      <p:sp>
        <p:nvSpPr>
          <p:cNvPr id="15" name="">
            <a:extLst xmlns:a="http://schemas.openxmlformats.org/drawingml/2006/main">
              <a:ext uri="{FF2B5EF4-FFF2-40B4-BE49-F238E27FC236}">
                <a16:creationId xmlns:a16="http://schemas.microsoft.com/office/drawing/2014/main" id="{F63BAB27-3953-4A50-9F89-7255F75AF3DC}"/>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B9BEE9ED-6C34-4F98-8A2A-10F01FC7B55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4F62F2BF-AEDF-470D-8F0A-40C0C5F510D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18" name="">
            <a:extLst xmlns:a="http://schemas.openxmlformats.org/drawingml/2006/main">
              <a:ext uri="{FF2B5EF4-FFF2-40B4-BE49-F238E27FC236}">
                <a16:creationId xmlns:a16="http://schemas.microsoft.com/office/drawing/2014/main" id="{A0A69A55-9C83-4F02-883C-7E63D5FBF0B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0979572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4519F7B-B9C4-45ED-AF6B-72620606427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06E0A7E1-1C5D-484B-A1E5-A5404A4F271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1F10E1A9-38BA-431D-93B1-1FFDC7EF4801}"/>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Add authority language that prevents approval, waiver, or risk acceptance.</a:t>
            </a:r>
          </a:p>
        </p:txBody>
      </p:sp>
      <p:sp>
        <p:nvSpPr>
          <p:cNvPr id="4" name="">
            <a:extLst xmlns:a="http://schemas.openxmlformats.org/drawingml/2006/main">
              <a:ext uri="{FF2B5EF4-FFF2-40B4-BE49-F238E27FC236}">
                <a16:creationId xmlns:a16="http://schemas.microsoft.com/office/drawing/2014/main" id="{B9449B54-02C9-4BAC-8D04-864E108E5D7A}"/>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5E0A8F19-D3A2-4966-BF68-47337EE8B563}"/>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0579515-DFB0-4B92-B71E-3C8EC924FB56}"/>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May observe</a:t>
            </a:r>
          </a:p>
        </p:txBody>
      </p:sp>
      <p:sp>
        <p:nvSpPr>
          <p:cNvPr id="7" name="">
            <a:extLst xmlns:a="http://schemas.openxmlformats.org/drawingml/2006/main">
              <a:ext uri="{FF2B5EF4-FFF2-40B4-BE49-F238E27FC236}">
                <a16:creationId xmlns:a16="http://schemas.microsoft.com/office/drawing/2014/main" id="{FFEE3D30-84DA-459C-A2AB-C6E94AFBF8F2}"/>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FA1C15A4-8CCC-4D5A-8213-DD7EE70D6B56}"/>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54A81033-0B30-4BE9-91DC-F6750DFA71DF}"/>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May assess</a:t>
            </a:r>
          </a:p>
        </p:txBody>
      </p:sp>
      <p:sp>
        <p:nvSpPr>
          <p:cNvPr id="10" name="">
            <a:extLst xmlns:a="http://schemas.openxmlformats.org/drawingml/2006/main">
              <a:ext uri="{FF2B5EF4-FFF2-40B4-BE49-F238E27FC236}">
                <a16:creationId xmlns:a16="http://schemas.microsoft.com/office/drawing/2014/main" id="{B260C8B8-FCEA-4E0A-A4E7-A9E464E19B13}"/>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43F9D188-DDFA-448A-AC71-BC4E4A948650}"/>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D43DDE3F-940C-4787-8A38-497B69FFA5D8}"/>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May recommend</a:t>
            </a:r>
          </a:p>
        </p:txBody>
      </p:sp>
      <p:sp>
        <p:nvSpPr>
          <p:cNvPr id="13" name="">
            <a:extLst xmlns:a="http://schemas.openxmlformats.org/drawingml/2006/main">
              <a:ext uri="{FF2B5EF4-FFF2-40B4-BE49-F238E27FC236}">
                <a16:creationId xmlns:a16="http://schemas.microsoft.com/office/drawing/2014/main" id="{22E52C9B-C0D4-4318-A1C5-EF478173BC8C}"/>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6E322058-091D-4CC7-ABFD-12BFEF5F1DB8}"/>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7AD67F15-8209-4F24-88FA-22E4E33B41AE}"/>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Must request</a:t>
            </a:r>
          </a:p>
        </p:txBody>
      </p:sp>
      <p:sp>
        <p:nvSpPr>
          <p:cNvPr id="16" name="">
            <a:extLst xmlns:a="http://schemas.openxmlformats.org/drawingml/2006/main">
              <a:ext uri="{FF2B5EF4-FFF2-40B4-BE49-F238E27FC236}">
                <a16:creationId xmlns:a16="http://schemas.microsoft.com/office/drawing/2014/main" id="{A9AA62B3-680E-4791-A6F9-FCE6B9564207}"/>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53B28A5B-2A83-421C-B8FD-BF8ADACA496A}"/>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9C47C691-E4A3-4FCF-A341-3A70C54CE42E}"/>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Must not approve</a:t>
            </a:r>
          </a:p>
        </p:txBody>
      </p:sp>
      <p:sp>
        <p:nvSpPr>
          <p:cNvPr id="19" name="">
            <a:extLst xmlns:a="http://schemas.openxmlformats.org/drawingml/2006/main">
              <a:ext uri="{FF2B5EF4-FFF2-40B4-BE49-F238E27FC236}">
                <a16:creationId xmlns:a16="http://schemas.microsoft.com/office/drawing/2014/main" id="{3853DDFA-03A3-4543-AEF6-5130FCE7BBCC}"/>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8B1E4D02-042A-47C3-A33A-1B14C51595FB}"/>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3A115F02-9E30-4336-9E79-476EC29016FB}"/>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Must preserve uncertainty</a:t>
            </a:r>
          </a:p>
        </p:txBody>
      </p:sp>
      <p:sp>
        <p:nvSpPr>
          <p:cNvPr id="22" name="">
            <a:extLst xmlns:a="http://schemas.openxmlformats.org/drawingml/2006/main">
              <a:ext uri="{FF2B5EF4-FFF2-40B4-BE49-F238E27FC236}">
                <a16:creationId xmlns:a16="http://schemas.microsoft.com/office/drawing/2014/main" id="{AE05B2FD-9B44-41B4-939F-4DF780E1AD8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51256D0D-A555-4FE3-9592-C10CDDE8874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4" name="">
            <a:extLst xmlns:a="http://schemas.openxmlformats.org/drawingml/2006/main">
              <a:ext uri="{FF2B5EF4-FFF2-40B4-BE49-F238E27FC236}">
                <a16:creationId xmlns:a16="http://schemas.microsoft.com/office/drawing/2014/main" id="{BD00A410-6A9D-497E-81DB-B0425C3C23C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279163901"/>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55F830-9CC8-4E8F-A2C4-46B8814641E3}"/>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02  •  EXIT TICKET</a:t>
            </a:r>
          </a:p>
        </p:txBody>
      </p:sp>
      <p:sp>
        <p:nvSpPr>
          <p:cNvPr id="2" name="">
            <a:extLst xmlns:a="http://schemas.openxmlformats.org/drawingml/2006/main">
              <a:ext uri="{FF2B5EF4-FFF2-40B4-BE49-F238E27FC236}">
                <a16:creationId xmlns:a16="http://schemas.microsoft.com/office/drawing/2014/main" id="{B1A99541-8B14-4C94-AEF2-4DF30273B5BF}"/>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Turn an overconfident conclusion into an evidence-linked decision request.</a:t>
            </a:r>
          </a:p>
        </p:txBody>
      </p:sp>
      <p:sp>
        <p:nvSpPr>
          <p:cNvPr id="3" name="">
            <a:extLst xmlns:a="http://schemas.openxmlformats.org/drawingml/2006/main">
              <a:ext uri="{FF2B5EF4-FFF2-40B4-BE49-F238E27FC236}">
                <a16:creationId xmlns:a16="http://schemas.microsoft.com/office/drawing/2014/main" id="{B96EC84E-DE21-42F3-B841-C3BEDC376473}"/>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42BCE025-6E0D-4B3F-AE80-EBDABC2A1D2D}"/>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2B63C9FA-80F2-4112-9FAD-36CB90281C60}"/>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03</a:t>
            </a:r>
          </a:p>
        </p:txBody>
      </p:sp>
    </p:spTree>
    <p:extLst>
      <p:ext uri="{BB962C8B-B14F-4D97-AF65-F5344CB8AC3E}">
        <p14:creationId xmlns:p14="http://schemas.microsoft.com/office/powerpoint/2010/main" val="6372237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2026-07-30T16:07:40.6540000Z</dcterms:created>
  <dcterms:modified xsi:type="dcterms:W3CDTF">2026-07-30T16:07:40.6540000Z</dcterms:modified>
</coreProperties>
</file>