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03fcb57fd94475" /><Relationship Type="http://schemas.openxmlformats.org/officeDocument/2006/relationships/extended-properties" Target="/docProps/app.xml" Id="R195e15dfbf124a71" /><Relationship Type="http://schemas.openxmlformats.org/officeDocument/2006/relationships/officeDocument" Target="/ppt/presentation.xml" Id="R156224a790554694" /></Relationships>
</file>

<file path=ppt/presentation.xml><?xml version="1.0" encoding="utf-8"?>
<p:presentation xmlns:p="http://schemas.openxmlformats.org/presentationml/2006/main">
  <p:sldMasterIdLst>
    <p:sldMasterId xmlns:r="http://schemas.openxmlformats.org/officeDocument/2006/relationships" id="2147483648" r:id="R6c0877c36a45476f"/>
  </p:sldMasterIdLst>
  <p:notesMasterIdLst>
    <p:notesMasterId xmlns:r="http://schemas.openxmlformats.org/officeDocument/2006/relationships" r:id="R3f3776cf1abf429f"/>
  </p:notesMasterIdLst>
  <p:sldIdLst>
    <p:sldId xmlns:r="http://schemas.openxmlformats.org/officeDocument/2006/relationships" id="256" r:id="R4703117b56d3444d"/>
    <p:sldId xmlns:r="http://schemas.openxmlformats.org/officeDocument/2006/relationships" id="257" r:id="Rb5e1ca3eccac4160"/>
    <p:sldId xmlns:r="http://schemas.openxmlformats.org/officeDocument/2006/relationships" id="258" r:id="R5a3624f9f4874fea"/>
    <p:sldId xmlns:r="http://schemas.openxmlformats.org/officeDocument/2006/relationships" id="259" r:id="R747ee723e0e64ba8"/>
    <p:sldId xmlns:r="http://schemas.openxmlformats.org/officeDocument/2006/relationships" id="260" r:id="R35c1720b74ea4a4d"/>
    <p:sldId xmlns:r="http://schemas.openxmlformats.org/officeDocument/2006/relationships" id="261" r:id="R319068551c464037"/>
    <p:sldId xmlns:r="http://schemas.openxmlformats.org/officeDocument/2006/relationships" id="262" r:id="Rb7e36a9da2ea43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cb5ae7a7164215" /><Relationship Type="http://schemas.openxmlformats.org/officeDocument/2006/relationships/slideMaster" Target="/ppt/slideMasters/slideMaster1.xml" Id="R6c0877c36a45476f" /><Relationship Type="http://schemas.openxmlformats.org/officeDocument/2006/relationships/notesMaster" Target="/ppt/notesMasters/notesMaster1.xml" Id="R3f3776cf1abf429f" /><Relationship Type="http://schemas.openxmlformats.org/officeDocument/2006/relationships/presProps" Target="/ppt/presProps.xml" Id="R2bed39a0f8814e5f" /><Relationship Type="http://schemas.openxmlformats.org/officeDocument/2006/relationships/tableStyles" Target="/ppt/tableStyles.xml" Id="R1edbde24ccad4d5e" /><Relationship Type="http://schemas.openxmlformats.org/officeDocument/2006/relationships/slide" Target="/ppt/slides/slide1.xml" Id="R4703117b56d3444d" /><Relationship Type="http://schemas.openxmlformats.org/officeDocument/2006/relationships/slide" Target="/ppt/slides/slide2.xml" Id="Rb5e1ca3eccac4160" /><Relationship Type="http://schemas.openxmlformats.org/officeDocument/2006/relationships/slide" Target="/ppt/slides/slide3.xml" Id="R5a3624f9f4874fea" /><Relationship Type="http://schemas.openxmlformats.org/officeDocument/2006/relationships/slide" Target="/ppt/slides/slide4.xml" Id="R747ee723e0e64ba8" /><Relationship Type="http://schemas.openxmlformats.org/officeDocument/2006/relationships/slide" Target="/ppt/slides/slide5.xml" Id="R35c1720b74ea4a4d" /><Relationship Type="http://schemas.openxmlformats.org/officeDocument/2006/relationships/slide" Target="/ppt/slides/slide6.xml" Id="R319068551c464037" /><Relationship Type="http://schemas.openxmlformats.org/officeDocument/2006/relationships/slide" Target="/ppt/slides/slide7.xml" Id="Rb7e36a9da2ea43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fd2c4076794c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1741195d6e4f20" /><Relationship Type="http://schemas.openxmlformats.org/officeDocument/2006/relationships/notesMaster" Target="/ppt/notesMasters/notesMaster1.xml" Id="Reaf6cbca3d4847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6a5f1460a44de8" /><Relationship Type="http://schemas.openxmlformats.org/officeDocument/2006/relationships/notesMaster" Target="/ppt/notesMasters/notesMaster1.xml" Id="Rf1fe613161c247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41ecf9b5bf4fc1" /><Relationship Type="http://schemas.openxmlformats.org/officeDocument/2006/relationships/notesMaster" Target="/ppt/notesMasters/notesMaster1.xml" Id="Ra5e6bec389084a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f188d74e6e4f05" /><Relationship Type="http://schemas.openxmlformats.org/officeDocument/2006/relationships/notesMaster" Target="/ppt/notesMasters/notesMaster1.xml" Id="Ra839dde4f2db4d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90f85aafb94408" /><Relationship Type="http://schemas.openxmlformats.org/officeDocument/2006/relationships/notesMaster" Target="/ppt/notesMasters/notesMaster1.xml" Id="Rc4f20d44bf6845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35fd947ea54d41" /><Relationship Type="http://schemas.openxmlformats.org/officeDocument/2006/relationships/notesMaster" Target="/ppt/notesMasters/notesMaster1.xml" Id="R790a3a5a7f8d4c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8d5961db8d480b" /><Relationship Type="http://schemas.openxmlformats.org/officeDocument/2006/relationships/notesMaster" Target="/ppt/notesMasters/notesMaster1.xml" Id="Rf794faa39e7b41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c40cbc974747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5d7f9d67284ba0" /><Relationship Type="http://schemas.openxmlformats.org/officeDocument/2006/relationships/slideLayout" Target="/ppt/slideLayouts/slideLayout1.xml" Id="Rf58d03df020242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8d03df020242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5d52681d2047c8" /><Relationship Type="http://schemas.openxmlformats.org/officeDocument/2006/relationships/notesSlide" Target="/ppt/notesSlides/notesSlide1.xml" Id="R7a2ffe83415d45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f47abe3d6e42b1" /><Relationship Type="http://schemas.openxmlformats.org/officeDocument/2006/relationships/notesSlide" Target="/ppt/notesSlides/notesSlide2.xml" Id="Rcd4941bb674e46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a717b451814e75" /><Relationship Type="http://schemas.openxmlformats.org/officeDocument/2006/relationships/notesSlide" Target="/ppt/notesSlides/notesSlide3.xml" Id="R78bd86be59b147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efd1f10b1b4fa9" /><Relationship Type="http://schemas.openxmlformats.org/officeDocument/2006/relationships/notesSlide" Target="/ppt/notesSlides/notesSlide4.xml" Id="R3a638c5866e443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6cd6430cb2401d" /><Relationship Type="http://schemas.openxmlformats.org/officeDocument/2006/relationships/notesSlide" Target="/ppt/notesSlides/notesSlide5.xml" Id="R2d18b3be6ece47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b5ca2270854506" /><Relationship Type="http://schemas.openxmlformats.org/officeDocument/2006/relationships/notesSlide" Target="/ppt/notesSlides/notesSlide6.xml" Id="R8983d8942f1f4a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3a3503b0994d0d" /><Relationship Type="http://schemas.openxmlformats.org/officeDocument/2006/relationships/notesSlide" Target="/ppt/notesSlides/notesSlide7.xml" Id="Rd65ff7297fab477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1975EB-3A6D-4849-9CCE-506E51863ADA}"/>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7D65A634-2C16-425C-BEEA-FA8DFD43AD44}"/>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2E598271-8916-4B6C-BA4D-67E9532FDB6A}"/>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06</a:t>
            </a:r>
          </a:p>
        </p:txBody>
      </p:sp>
      <p:sp>
        <p:nvSpPr>
          <p:cNvPr id="4" name="">
            <a:extLst xmlns:a="http://schemas.openxmlformats.org/drawingml/2006/main">
              <a:ext uri="{FF2B5EF4-FFF2-40B4-BE49-F238E27FC236}">
                <a16:creationId xmlns:a16="http://schemas.microsoft.com/office/drawing/2014/main" id="{79B1686B-FF3D-4E5F-9F00-D597A83F0275}"/>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State Machines: Making Work Observable</a:t>
            </a:r>
          </a:p>
        </p:txBody>
      </p:sp>
      <p:sp>
        <p:nvSpPr>
          <p:cNvPr id="5" name="">
            <a:extLst xmlns:a="http://schemas.openxmlformats.org/drawingml/2006/main">
              <a:ext uri="{FF2B5EF4-FFF2-40B4-BE49-F238E27FC236}">
                <a16:creationId xmlns:a16="http://schemas.microsoft.com/office/drawing/2014/main" id="{CF3B5784-8D20-430C-B066-AC619540BA14}"/>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What exactly must be true before work advances?</a:t>
            </a:r>
          </a:p>
        </p:txBody>
      </p:sp>
      <p:sp>
        <p:nvSpPr>
          <p:cNvPr id="6" name="">
            <a:extLst xmlns:a="http://schemas.openxmlformats.org/drawingml/2006/main">
              <a:ext uri="{FF2B5EF4-FFF2-40B4-BE49-F238E27FC236}">
                <a16:creationId xmlns:a16="http://schemas.microsoft.com/office/drawing/2014/main" id="{5F51468B-8DE5-41B0-BAC5-0CA290E34EC4}"/>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21F1F47-571E-4407-AA45-BDDA95453265}"/>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06</a:t>
            </a:r>
          </a:p>
        </p:txBody>
      </p:sp>
      <p:sp>
        <p:nvSpPr>
          <p:cNvPr id="8" name="">
            <a:extLst xmlns:a="http://schemas.openxmlformats.org/drawingml/2006/main">
              <a:ext uri="{FF2B5EF4-FFF2-40B4-BE49-F238E27FC236}">
                <a16:creationId xmlns:a16="http://schemas.microsoft.com/office/drawing/2014/main" id="{0CF52627-52B0-47F1-B6C0-FE1C078D3C4E}"/>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56BF5540-C4BD-459D-AC6D-7622E7DF191C}"/>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8677504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574E314-D467-4AA4-8737-1E66B2E9F6F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6 OUTCOMES</a:t>
            </a:r>
          </a:p>
        </p:txBody>
      </p:sp>
      <p:sp>
        <p:nvSpPr>
          <p:cNvPr id="2" name="">
            <a:extLst xmlns:a="http://schemas.openxmlformats.org/drawingml/2006/main">
              <a:ext uri="{FF2B5EF4-FFF2-40B4-BE49-F238E27FC236}">
                <a16:creationId xmlns:a16="http://schemas.microsoft.com/office/drawing/2014/main" id="{6BFAE245-2958-406F-86A3-47C03A50078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125BDF01-6B13-43B0-B12F-9235387D8F7F}"/>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882FAEB-93F8-4478-83A6-194B6D244DDD}"/>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6C8B6F5-FBA6-4D5E-9D85-446B072D81FA}"/>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Model states, events, transitions, and guards</a:t>
            </a:r>
          </a:p>
        </p:txBody>
      </p:sp>
      <p:sp>
        <p:nvSpPr>
          <p:cNvPr id="6" name="">
            <a:extLst xmlns:a="http://schemas.openxmlformats.org/drawingml/2006/main">
              <a:ext uri="{FF2B5EF4-FFF2-40B4-BE49-F238E27FC236}">
                <a16:creationId xmlns:a16="http://schemas.microsoft.com/office/drawing/2014/main" id="{80A55F83-E7D0-498D-93A8-80CA6E5EBC99}"/>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595B15A9-EE10-433B-BD1C-30376FDE12E4}"/>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6FCD8654-648B-4FA5-937A-21EF4CB4E61A}"/>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Distinguish incomplete input, failure, and supersession</a:t>
            </a:r>
          </a:p>
        </p:txBody>
      </p:sp>
      <p:sp>
        <p:nvSpPr>
          <p:cNvPr id="9" name="">
            <a:extLst xmlns:a="http://schemas.openxmlformats.org/drawingml/2006/main">
              <a:ext uri="{FF2B5EF4-FFF2-40B4-BE49-F238E27FC236}">
                <a16:creationId xmlns:a16="http://schemas.microsoft.com/office/drawing/2014/main" id="{60BD81FA-14D0-4FE5-8183-F72AC0BADC7C}"/>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C4DE24E5-BC84-4AAF-9FE3-465EC2A04703}"/>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966E47DD-C338-465D-9100-F9FCCE0187AF}"/>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Design deterministic transitions</a:t>
            </a:r>
          </a:p>
        </p:txBody>
      </p:sp>
      <p:sp>
        <p:nvSpPr>
          <p:cNvPr id="12" name="">
            <a:extLst xmlns:a="http://schemas.openxmlformats.org/drawingml/2006/main">
              <a:ext uri="{FF2B5EF4-FFF2-40B4-BE49-F238E27FC236}">
                <a16:creationId xmlns:a16="http://schemas.microsoft.com/office/drawing/2014/main" id="{E4BD1186-AA6F-4F46-B83E-B90B608B2048}"/>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ADFC9AE7-1D9C-4058-B5A5-B63454AC211C}"/>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97E43018-B203-429F-8B9A-EAEEF25F58BC}"/>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242D053F-2224-44DB-AACA-6CB343E36CC5}"/>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D60D8910-C8F0-46F5-891D-2288ACD327C0}"/>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298192BD-6132-43CB-AC91-1D7D89BB4736}"/>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C4520193-6679-4D61-BB57-AAF5B214677F}"/>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005C652E-F84F-48CA-B59E-C78509427636}"/>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EE7E6656-ABF1-4C44-A0AA-05E35954BEF0}"/>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3EA503CA-49BF-4C7A-B93A-0A7CDBD04598}"/>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FE3BD106-A073-4949-8BC9-FCE4D5D4A302}"/>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8AF24CFB-ECC2-4CDA-8F86-D29D8225B61E}"/>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6AEE40BB-6F9A-4DC2-A2AD-E2AAD5D8A14A}"/>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02AEC51E-FFB0-4884-ACAB-6B38843097A4}"/>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D65425BD-8964-41CC-84DF-C27772A900C2}"/>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AB18D42E-CA02-42B5-B6B8-27FEC3BD518A}"/>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41020C35-762E-41F1-A2EF-364403B7A51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3F77B59D-B292-40ED-80CB-1A2B22E605E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30" name="">
            <a:extLst xmlns:a="http://schemas.openxmlformats.org/drawingml/2006/main">
              <a:ext uri="{FF2B5EF4-FFF2-40B4-BE49-F238E27FC236}">
                <a16:creationId xmlns:a16="http://schemas.microsoft.com/office/drawing/2014/main" id="{A4185379-CAAB-4BF8-9A78-EE9831D3295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21130841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898418D-646C-4E0F-9295-7CBBA78BDBE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D26C6921-13F2-4559-98A1-B936A40A5BA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7A4DC18F-55E3-4C35-87C5-95909FC47945}"/>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D6401FA-00C5-4ED2-B2F6-C2595CA1C72E}"/>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STATE</a:t>
            </a:r>
          </a:p>
        </p:txBody>
      </p:sp>
      <p:sp>
        <p:nvSpPr>
          <p:cNvPr id="5" name="">
            <a:extLst xmlns:a="http://schemas.openxmlformats.org/drawingml/2006/main">
              <a:ext uri="{FF2B5EF4-FFF2-40B4-BE49-F238E27FC236}">
                <a16:creationId xmlns:a16="http://schemas.microsoft.com/office/drawing/2014/main" id="{064C19FD-DB7D-4924-81DC-9893E2F5CF7C}"/>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Durable execution condition</a:t>
            </a:r>
          </a:p>
        </p:txBody>
      </p:sp>
      <p:sp>
        <p:nvSpPr>
          <p:cNvPr id="6" name="">
            <a:extLst xmlns:a="http://schemas.openxmlformats.org/drawingml/2006/main">
              <a:ext uri="{FF2B5EF4-FFF2-40B4-BE49-F238E27FC236}">
                <a16:creationId xmlns:a16="http://schemas.microsoft.com/office/drawing/2014/main" id="{438D3B5E-505E-404A-8535-44FD4E2E3281}"/>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E0F1615-6A3D-4601-A770-FF15656E6094}"/>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EVENT</a:t>
            </a:r>
          </a:p>
        </p:txBody>
      </p:sp>
      <p:sp>
        <p:nvSpPr>
          <p:cNvPr id="8" name="">
            <a:extLst xmlns:a="http://schemas.openxmlformats.org/drawingml/2006/main">
              <a:ext uri="{FF2B5EF4-FFF2-40B4-BE49-F238E27FC236}">
                <a16:creationId xmlns:a16="http://schemas.microsoft.com/office/drawing/2014/main" id="{6C230669-681A-4325-9BFC-35BCD346FAA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Transition request</a:t>
            </a:r>
          </a:p>
        </p:txBody>
      </p:sp>
      <p:sp>
        <p:nvSpPr>
          <p:cNvPr id="9" name="">
            <a:extLst xmlns:a="http://schemas.openxmlformats.org/drawingml/2006/main">
              <a:ext uri="{FF2B5EF4-FFF2-40B4-BE49-F238E27FC236}">
                <a16:creationId xmlns:a16="http://schemas.microsoft.com/office/drawing/2014/main" id="{E67B5C60-80D0-438F-A378-8513F118DAA8}"/>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A610AFD-038D-4314-BD2D-DAE6312CF520}"/>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GUARD</a:t>
            </a:r>
          </a:p>
        </p:txBody>
      </p:sp>
      <p:sp>
        <p:nvSpPr>
          <p:cNvPr id="11" name="">
            <a:extLst xmlns:a="http://schemas.openxmlformats.org/drawingml/2006/main">
              <a:ext uri="{FF2B5EF4-FFF2-40B4-BE49-F238E27FC236}">
                <a16:creationId xmlns:a16="http://schemas.microsoft.com/office/drawing/2014/main" id="{E91C0A90-B5BF-47EF-8F6B-FF618DD9FAF6}"/>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Required predicate</a:t>
            </a:r>
          </a:p>
        </p:txBody>
      </p:sp>
      <p:sp>
        <p:nvSpPr>
          <p:cNvPr id="12" name="">
            <a:extLst xmlns:a="http://schemas.openxmlformats.org/drawingml/2006/main">
              <a:ext uri="{FF2B5EF4-FFF2-40B4-BE49-F238E27FC236}">
                <a16:creationId xmlns:a16="http://schemas.microsoft.com/office/drawing/2014/main" id="{82736C7F-FE05-4778-9E14-5C7B190663D4}"/>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7A871A3-A428-41C6-8368-08B524294592}"/>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TERMINAL</a:t>
            </a:r>
          </a:p>
        </p:txBody>
      </p:sp>
      <p:sp>
        <p:nvSpPr>
          <p:cNvPr id="14" name="">
            <a:extLst xmlns:a="http://schemas.openxmlformats.org/drawingml/2006/main">
              <a:ext uri="{FF2B5EF4-FFF2-40B4-BE49-F238E27FC236}">
                <a16:creationId xmlns:a16="http://schemas.microsoft.com/office/drawing/2014/main" id="{62585F4E-5166-4D85-874B-547881078EEF}"/>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Validated or stopped</a:t>
            </a:r>
          </a:p>
        </p:txBody>
      </p:sp>
      <p:sp>
        <p:nvSpPr>
          <p:cNvPr id="15" name="">
            <a:extLst xmlns:a="http://schemas.openxmlformats.org/drawingml/2006/main">
              <a:ext uri="{FF2B5EF4-FFF2-40B4-BE49-F238E27FC236}">
                <a16:creationId xmlns:a16="http://schemas.microsoft.com/office/drawing/2014/main" id="{E2E5E70F-884A-4CF2-AAD6-23E2A3B1FAA9}"/>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7772666F-7D3B-465B-A5E5-BB81DBBE2B18}"/>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C5D2ECCF-D63A-465E-AA32-E47A168A68D1}"/>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7409CC17-548B-4284-B585-F9E2AF52B337}"/>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6E192060-10DF-4CB7-ADEC-637A8426384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44187735-2827-42A5-971C-3F8BB51A4D3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1" name="">
            <a:extLst xmlns:a="http://schemas.openxmlformats.org/drawingml/2006/main">
              <a:ext uri="{FF2B5EF4-FFF2-40B4-BE49-F238E27FC236}">
                <a16:creationId xmlns:a16="http://schemas.microsoft.com/office/drawing/2014/main" id="{6C140F58-F566-42AB-B123-924476720C5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5349167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9ED1E58-C6DE-438C-9850-C3A3BB25B5EC}"/>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24A2C428-6204-4E26-8212-C2FB1AFA99DC}"/>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6F590B4E-3EEA-4C46-973B-51EEDF58DE9D}"/>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6FB7068-F7ED-4BAF-A276-321A02C8BA15}"/>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035DD060-33EE-4622-911D-49F1665D924D}"/>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registered</a:t>
            </a:r>
          </a:p>
        </p:txBody>
      </p:sp>
      <p:sp>
        <p:nvSpPr>
          <p:cNvPr id="6" name="">
            <a:extLst xmlns:a="http://schemas.openxmlformats.org/drawingml/2006/main">
              <a:ext uri="{FF2B5EF4-FFF2-40B4-BE49-F238E27FC236}">
                <a16:creationId xmlns:a16="http://schemas.microsoft.com/office/drawing/2014/main" id="{D28CAA45-6DE7-471F-8C22-1C3E125E86C1}"/>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A6EA4B0D-955D-418A-B862-FDD58D2010E4}"/>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3A127B28-1B62-41E5-A335-1DAB1B8A1DBC}"/>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AFFFD3B0-0DC2-4E79-A117-01F1FAD8A5AA}"/>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5117627C-1EED-4732-B4FE-4F72A3B50909}"/>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ready</a:t>
            </a:r>
          </a:p>
        </p:txBody>
      </p:sp>
      <p:sp>
        <p:nvSpPr>
          <p:cNvPr id="11" name="">
            <a:extLst xmlns:a="http://schemas.openxmlformats.org/drawingml/2006/main">
              <a:ext uri="{FF2B5EF4-FFF2-40B4-BE49-F238E27FC236}">
                <a16:creationId xmlns:a16="http://schemas.microsoft.com/office/drawing/2014/main" id="{8F64C677-AC78-449F-A73C-0D0ED7F07C15}"/>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8811E685-BFE5-4DCD-82E4-1FB9255B12DA}"/>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878E8F2D-64A7-485D-B154-7EFDEA312F78}"/>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2B6C7A17-D210-4D80-B24D-96AAF6BAD011}"/>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C25FC5DC-468A-42D0-94B7-9732D031907B}"/>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running</a:t>
            </a:r>
          </a:p>
        </p:txBody>
      </p:sp>
      <p:sp>
        <p:nvSpPr>
          <p:cNvPr id="16" name="">
            <a:extLst xmlns:a="http://schemas.openxmlformats.org/drawingml/2006/main">
              <a:ext uri="{FF2B5EF4-FFF2-40B4-BE49-F238E27FC236}">
                <a16:creationId xmlns:a16="http://schemas.microsoft.com/office/drawing/2014/main" id="{6C142EDE-130F-417A-8688-38D32443906B}"/>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817BC89D-1850-4E49-B8EB-C26DD58A2DDB}"/>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454F2D29-0BAF-4E3F-B803-F158F3B03F5D}"/>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F99CD28D-E21A-4718-A24D-D17CA19D3212}"/>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F227B4EB-726D-4908-8F12-A27666B99ED6}"/>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validated</a:t>
            </a:r>
          </a:p>
        </p:txBody>
      </p:sp>
      <p:sp>
        <p:nvSpPr>
          <p:cNvPr id="21" name="">
            <a:extLst xmlns:a="http://schemas.openxmlformats.org/drawingml/2006/main">
              <a:ext uri="{FF2B5EF4-FFF2-40B4-BE49-F238E27FC236}">
                <a16:creationId xmlns:a16="http://schemas.microsoft.com/office/drawing/2014/main" id="{60BE0A7D-F284-430F-A4F6-656CA6695CE3}"/>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693BE437-4E20-4AC3-A841-A703E7F29C09}"/>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A01BD0D8-2F6E-44BA-9F87-4128F481294B}"/>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F1FB1B99-5C78-4436-9280-64610064EB95}"/>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19572A68-7BA6-4149-86C8-FB40D06C6BC9}"/>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routed</a:t>
            </a:r>
          </a:p>
        </p:txBody>
      </p:sp>
      <p:sp>
        <p:nvSpPr>
          <p:cNvPr id="26" name="">
            <a:extLst xmlns:a="http://schemas.openxmlformats.org/drawingml/2006/main">
              <a:ext uri="{FF2B5EF4-FFF2-40B4-BE49-F238E27FC236}">
                <a16:creationId xmlns:a16="http://schemas.microsoft.com/office/drawing/2014/main" id="{99BB3E49-7CEB-4D03-A5CF-FA3A268F713E}"/>
              </a:ext>
            </a:extLst>
          </p:cNvPr>
          <p:cNvSpPr>
            <a:spLocks xmlns:a="http://schemas.openxmlformats.org/drawingml/2006/main" noGrp="1"/>
          </p:cNvSpPr>
          <p:nvPr/>
        </p:nvSpPr>
        <p:spPr>
          <a:xfrm xmlns:a="http://schemas.openxmlformats.org/drawingml/2006/main">
            <a:off x="1333500" y="4476750"/>
            <a:ext cx="9525000" cy="666750"/>
          </a:xfrm>
          <a:prstGeom xmlns:a="http://schemas.openxmlformats.org/drawingml/2006/main" prst="rect">
            <a:avLst/>
          </a:prstGeom>
          <a:solidFill xmlns:a="http://schemas.openxmlformats.org/drawingml/2006/main">
            <a:srgbClr val="FBEAEC"/>
          </a:solidFill>
          <a:ln xmlns:a="http://schemas.openxmlformats.org/drawingml/2006/main" w="0">
            <a:noFill/>
            <a:prstDash val="solid"/>
          </a:ln>
        </p:spPr>
        <p:txBody>
          <a:bodyPr xmlns:a="http://schemas.openxmlformats.org/drawingml/2006/main" lIns="152400" tIns="152400" rIns="152400" bIns="114300" anchor="t">
            <a:normAutofit fontScale="100000"/>
          </a:bodyPr>
          <a:lstStyle xmlns:a="http://schemas.openxmlformats.org/drawingml/2006/main"/>
          <a:p xmlns:a="http://schemas.openxmlformats.org/drawingml/2006/main">
            <a:pPr algn="ctr">
              <a:defRPr sz="1650" b="1">
                <a:solidFill>
                  <a:srgbClr val="1F4D78"/>
                </a:solidFill>
                <a:latin typeface="Aptos"/>
                <a:ea typeface="Aptos"/>
                <a:cs typeface="Aptos"/>
              </a:defRPr>
            </a:pPr>
            <a:r>
              <a:rPr sz="1650" b="1">
                <a:solidFill>
                  <a:srgbClr val="1F4D78"/>
                </a:solidFill>
                <a:latin typeface="Aptos"/>
                <a:ea typeface="Aptos"/>
                <a:cs typeface="Aptos"/>
              </a:rPr>
              <a:t>Failure branches: incomplete_input  •  failed  •  superseded</a:t>
            </a:r>
          </a:p>
        </p:txBody>
      </p:sp>
      <p:sp>
        <p:nvSpPr>
          <p:cNvPr id="27" name="">
            <a:extLst xmlns:a="http://schemas.openxmlformats.org/drawingml/2006/main">
              <a:ext uri="{FF2B5EF4-FFF2-40B4-BE49-F238E27FC236}">
                <a16:creationId xmlns:a16="http://schemas.microsoft.com/office/drawing/2014/main" id="{5995A906-4092-4B80-9541-60BE90B9699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B67DF8A2-D9F9-4085-8065-AB8001FDD5C9}"/>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9" name="">
            <a:extLst xmlns:a="http://schemas.openxmlformats.org/drawingml/2006/main">
              <a:ext uri="{FF2B5EF4-FFF2-40B4-BE49-F238E27FC236}">
                <a16:creationId xmlns:a16="http://schemas.microsoft.com/office/drawing/2014/main" id="{70041D03-A809-4F71-A914-31E0F6E29A1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8471286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1A28151-C5A4-4EF0-B9CE-CDB6EB7DA28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C7F242D4-E938-465C-8128-95D9DDF0045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F2CD9997-A60D-495E-A1F0-F07D76F2EA03}"/>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CBA4EE2-A2A6-4991-BEA2-8C282E70EF88}"/>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4D4B276E-B632-4DAC-898B-DE24B6F280D5}"/>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Run a tabletop execution; transition only when every guard passes.</a:t>
            </a:r>
          </a:p>
        </p:txBody>
      </p:sp>
      <p:sp>
        <p:nvSpPr>
          <p:cNvPr id="6" name="">
            <a:extLst xmlns:a="http://schemas.openxmlformats.org/drawingml/2006/main">
              <a:ext uri="{FF2B5EF4-FFF2-40B4-BE49-F238E27FC236}">
                <a16:creationId xmlns:a16="http://schemas.microsoft.com/office/drawing/2014/main" id="{7E6D9106-726E-4C8F-9AFE-D2376C06C9FA}"/>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342E793-2C27-4F81-8E1D-63FED3F6E8FF}"/>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BBADE85-D8F7-41A4-8D4A-DB4249FED694}"/>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Draw event</a:t>
            </a:r>
          </a:p>
        </p:txBody>
      </p:sp>
      <p:sp>
        <p:nvSpPr>
          <p:cNvPr id="9" name="">
            <a:extLst xmlns:a="http://schemas.openxmlformats.org/drawingml/2006/main">
              <a:ext uri="{FF2B5EF4-FFF2-40B4-BE49-F238E27FC236}">
                <a16:creationId xmlns:a16="http://schemas.microsoft.com/office/drawing/2014/main" id="{43C62282-D49F-4871-951E-AF9BF684E1B3}"/>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4C37CA0B-B8C6-4F84-8ED0-F5F6A8117245}"/>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E482494F-4E13-4351-830C-24C14DF7280D}"/>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Evaluate guard</a:t>
            </a:r>
          </a:p>
        </p:txBody>
      </p:sp>
      <p:sp>
        <p:nvSpPr>
          <p:cNvPr id="12" name="">
            <a:extLst xmlns:a="http://schemas.openxmlformats.org/drawingml/2006/main">
              <a:ext uri="{FF2B5EF4-FFF2-40B4-BE49-F238E27FC236}">
                <a16:creationId xmlns:a16="http://schemas.microsoft.com/office/drawing/2014/main" id="{21F6233A-85EC-4DFA-929D-6A37DB878958}"/>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D6795484-3D94-4700-9923-9A011D876B91}"/>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0EBCC2FA-3F1B-416B-9FD8-2DDF266432DF}"/>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Log transition</a:t>
            </a:r>
          </a:p>
        </p:txBody>
      </p:sp>
      <p:sp>
        <p:nvSpPr>
          <p:cNvPr id="15" name="">
            <a:extLst xmlns:a="http://schemas.openxmlformats.org/drawingml/2006/main">
              <a:ext uri="{FF2B5EF4-FFF2-40B4-BE49-F238E27FC236}">
                <a16:creationId xmlns:a16="http://schemas.microsoft.com/office/drawing/2014/main" id="{6BBA8996-3CF8-45CF-848B-D456C52643D2}"/>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22F92558-DEB9-4967-A693-265A30E17547}"/>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8A74943C-6D78-4EC8-9B6A-ABF725DC2955}"/>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18" name="">
            <a:extLst xmlns:a="http://schemas.openxmlformats.org/drawingml/2006/main">
              <a:ext uri="{FF2B5EF4-FFF2-40B4-BE49-F238E27FC236}">
                <a16:creationId xmlns:a16="http://schemas.microsoft.com/office/drawing/2014/main" id="{8C3222CB-7ACC-46F9-BA04-156A21541688}"/>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3760299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1EBE98D-DFB4-4665-93C5-84C60383638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7145AF27-1322-4176-A7EC-21969A437A0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A473D80A-7FF9-4E15-B68A-CB1029F84B2D}"/>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Specify safe incomplete-input behavior with no guessing.</a:t>
            </a:r>
          </a:p>
        </p:txBody>
      </p:sp>
      <p:sp>
        <p:nvSpPr>
          <p:cNvPr id="4" name="">
            <a:extLst xmlns:a="http://schemas.openxmlformats.org/drawingml/2006/main">
              <a:ext uri="{FF2B5EF4-FFF2-40B4-BE49-F238E27FC236}">
                <a16:creationId xmlns:a16="http://schemas.microsoft.com/office/drawing/2014/main" id="{626B53D1-DB89-4C3F-8C9A-ADBDF4657953}"/>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54E0AEAA-FC0A-4A89-81F2-310DA8E6D171}"/>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600C044C-E77E-45A0-86B8-389D025DCB6F}"/>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Ready guard</a:t>
            </a:r>
          </a:p>
        </p:txBody>
      </p:sp>
      <p:sp>
        <p:nvSpPr>
          <p:cNvPr id="7" name="">
            <a:extLst xmlns:a="http://schemas.openxmlformats.org/drawingml/2006/main">
              <a:ext uri="{FF2B5EF4-FFF2-40B4-BE49-F238E27FC236}">
                <a16:creationId xmlns:a16="http://schemas.microsoft.com/office/drawing/2014/main" id="{5F6FFC37-D426-470F-8FFF-E3BC711EA431}"/>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CE14945-4DCC-479D-93D0-0B8FA7D92BD4}"/>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2D3F06EC-5606-4E7D-AF7D-65FD2E831779}"/>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Missing evidence</a:t>
            </a:r>
          </a:p>
        </p:txBody>
      </p:sp>
      <p:sp>
        <p:nvSpPr>
          <p:cNvPr id="10" name="">
            <a:extLst xmlns:a="http://schemas.openxmlformats.org/drawingml/2006/main">
              <a:ext uri="{FF2B5EF4-FFF2-40B4-BE49-F238E27FC236}">
                <a16:creationId xmlns:a16="http://schemas.microsoft.com/office/drawing/2014/main" id="{A262236B-39FC-406E-9476-1A778EF2FCC4}"/>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3F061474-3B29-4202-B04A-B5ED2D4CCCAB}"/>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6BEFD1B8-907C-4C81-B055-89820A8E6954}"/>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State output</a:t>
            </a:r>
          </a:p>
        </p:txBody>
      </p:sp>
      <p:sp>
        <p:nvSpPr>
          <p:cNvPr id="13" name="">
            <a:extLst xmlns:a="http://schemas.openxmlformats.org/drawingml/2006/main">
              <a:ext uri="{FF2B5EF4-FFF2-40B4-BE49-F238E27FC236}">
                <a16:creationId xmlns:a16="http://schemas.microsoft.com/office/drawing/2014/main" id="{7C51E5CF-7910-4729-9979-A62D0DDC1A29}"/>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DEF52A79-4BFF-4C4D-9A4A-4DE436A329D0}"/>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FB5DAA2-46D5-4724-9879-0BF21B1B09C6}"/>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Retry rule</a:t>
            </a:r>
          </a:p>
        </p:txBody>
      </p:sp>
      <p:sp>
        <p:nvSpPr>
          <p:cNvPr id="16" name="">
            <a:extLst xmlns:a="http://schemas.openxmlformats.org/drawingml/2006/main">
              <a:ext uri="{FF2B5EF4-FFF2-40B4-BE49-F238E27FC236}">
                <a16:creationId xmlns:a16="http://schemas.microsoft.com/office/drawing/2014/main" id="{E052774C-EA53-4FCF-9714-B886BCDE85FE}"/>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32F5AF3A-A618-4CF0-84E7-D0879B85B95B}"/>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7EE5F8BD-40CD-48A0-BF35-284FBB74A158}"/>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reason</a:t>
            </a:r>
          </a:p>
        </p:txBody>
      </p:sp>
      <p:sp>
        <p:nvSpPr>
          <p:cNvPr id="19" name="">
            <a:extLst xmlns:a="http://schemas.openxmlformats.org/drawingml/2006/main">
              <a:ext uri="{FF2B5EF4-FFF2-40B4-BE49-F238E27FC236}">
                <a16:creationId xmlns:a16="http://schemas.microsoft.com/office/drawing/2014/main" id="{7FBD4071-E69E-48F7-94BD-ED1F8DB2AC21}"/>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CF8D3CA2-65E6-4750-BA1D-9EDB551E8061}"/>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1965887B-91B8-4AEF-BEA1-A1208E4D39D7}"/>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Next action</a:t>
            </a:r>
          </a:p>
        </p:txBody>
      </p:sp>
      <p:sp>
        <p:nvSpPr>
          <p:cNvPr id="22" name="">
            <a:extLst xmlns:a="http://schemas.openxmlformats.org/drawingml/2006/main">
              <a:ext uri="{FF2B5EF4-FFF2-40B4-BE49-F238E27FC236}">
                <a16:creationId xmlns:a16="http://schemas.microsoft.com/office/drawing/2014/main" id="{A166C371-2935-43E9-8230-5468C1CFE86F}"/>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FEF400FB-1AC9-4901-84B3-F97EE3443B7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4" name="">
            <a:extLst xmlns:a="http://schemas.openxmlformats.org/drawingml/2006/main">
              <a:ext uri="{FF2B5EF4-FFF2-40B4-BE49-F238E27FC236}">
                <a16:creationId xmlns:a16="http://schemas.microsoft.com/office/drawing/2014/main" id="{7DB95212-4584-4B9A-8AB1-1BF12F142C82}"/>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412458719"/>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E7C0EF-B32B-435E-B82F-6E045A442D26}"/>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06  •  EXIT TICKET</a:t>
            </a:r>
          </a:p>
        </p:txBody>
      </p:sp>
      <p:sp>
        <p:nvSpPr>
          <p:cNvPr id="2" name="">
            <a:extLst xmlns:a="http://schemas.openxmlformats.org/drawingml/2006/main">
              <a:ext uri="{FF2B5EF4-FFF2-40B4-BE49-F238E27FC236}">
                <a16:creationId xmlns:a16="http://schemas.microsoft.com/office/drawing/2014/main" id="{161F17B5-0AA4-48E3-97F5-F2D96E904B18}"/>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Explain the difference between an event and a guard, then model two failure paths.</a:t>
            </a:r>
          </a:p>
        </p:txBody>
      </p:sp>
      <p:sp>
        <p:nvSpPr>
          <p:cNvPr id="3" name="">
            <a:extLst xmlns:a="http://schemas.openxmlformats.org/drawingml/2006/main">
              <a:ext uri="{FF2B5EF4-FFF2-40B4-BE49-F238E27FC236}">
                <a16:creationId xmlns:a16="http://schemas.microsoft.com/office/drawing/2014/main" id="{EE46E416-E269-4EB0-88F4-9158DAE7CA72}"/>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FEE410E6-BEAD-4C0F-B3C4-2CA002760049}"/>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D8F9BB31-D5EE-458E-B390-77CAD8E52C9B}"/>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07</a:t>
            </a:r>
          </a:p>
        </p:txBody>
      </p:sp>
    </p:spTree>
    <p:extLst>
      <p:ext uri="{BB962C8B-B14F-4D97-AF65-F5344CB8AC3E}">
        <p14:creationId xmlns:p14="http://schemas.microsoft.com/office/powerpoint/2010/main" val="13059832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2026-07-30T15:54:42.8810000Z</dcterms:created>
  <dcterms:modified xsi:type="dcterms:W3CDTF">2026-07-30T15:54:42.8810000Z</dcterms:modified>
</coreProperties>
</file>