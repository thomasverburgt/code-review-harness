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53236309ec4edd" /><Relationship Type="http://schemas.openxmlformats.org/officeDocument/2006/relationships/extended-properties" Target="/docProps/app.xml" Id="R29397d1ba1e84f32" /><Relationship Type="http://schemas.openxmlformats.org/officeDocument/2006/relationships/officeDocument" Target="/ppt/presentation.xml" Id="R58bb77929c894fd0" /></Relationships>
</file>

<file path=ppt/presentation.xml><?xml version="1.0" encoding="utf-8"?>
<p:presentation xmlns:p="http://schemas.openxmlformats.org/presentationml/2006/main">
  <p:sldMasterIdLst>
    <p:sldMasterId xmlns:r="http://schemas.openxmlformats.org/officeDocument/2006/relationships" id="2147483648" r:id="R955e8d33b12348f8"/>
  </p:sldMasterIdLst>
  <p:notesMasterIdLst>
    <p:notesMasterId xmlns:r="http://schemas.openxmlformats.org/officeDocument/2006/relationships" r:id="Reea4338023b94e2e"/>
  </p:notesMasterIdLst>
  <p:sldIdLst>
    <p:sldId xmlns:r="http://schemas.openxmlformats.org/officeDocument/2006/relationships" id="256" r:id="Rc0ffe7bfd82e4fc9"/>
    <p:sldId xmlns:r="http://schemas.openxmlformats.org/officeDocument/2006/relationships" id="257" r:id="R9c53057f7dbc4e25"/>
    <p:sldId xmlns:r="http://schemas.openxmlformats.org/officeDocument/2006/relationships" id="258" r:id="R25acf263fdc4435b"/>
    <p:sldId xmlns:r="http://schemas.openxmlformats.org/officeDocument/2006/relationships" id="259" r:id="R8f71036e8a674993"/>
    <p:sldId xmlns:r="http://schemas.openxmlformats.org/officeDocument/2006/relationships" id="260" r:id="Rdd1ceb2292934459"/>
    <p:sldId xmlns:r="http://schemas.openxmlformats.org/officeDocument/2006/relationships" id="261" r:id="R53c83dbb0ac643e1"/>
    <p:sldId xmlns:r="http://schemas.openxmlformats.org/officeDocument/2006/relationships" id="262" r:id="R6f3e93e93e954a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e3151f24b64a5a" /><Relationship Type="http://schemas.openxmlformats.org/officeDocument/2006/relationships/slideMaster" Target="/ppt/slideMasters/slideMaster1.xml" Id="R955e8d33b12348f8" /><Relationship Type="http://schemas.openxmlformats.org/officeDocument/2006/relationships/notesMaster" Target="/ppt/notesMasters/notesMaster1.xml" Id="Reea4338023b94e2e" /><Relationship Type="http://schemas.openxmlformats.org/officeDocument/2006/relationships/presProps" Target="/ppt/presProps.xml" Id="R24869f9844894e38" /><Relationship Type="http://schemas.openxmlformats.org/officeDocument/2006/relationships/tableStyles" Target="/ppt/tableStyles.xml" Id="R503832533e3643b5" /><Relationship Type="http://schemas.openxmlformats.org/officeDocument/2006/relationships/slide" Target="/ppt/slides/slide1.xml" Id="Rc0ffe7bfd82e4fc9" /><Relationship Type="http://schemas.openxmlformats.org/officeDocument/2006/relationships/slide" Target="/ppt/slides/slide2.xml" Id="R9c53057f7dbc4e25" /><Relationship Type="http://schemas.openxmlformats.org/officeDocument/2006/relationships/slide" Target="/ppt/slides/slide3.xml" Id="R25acf263fdc4435b" /><Relationship Type="http://schemas.openxmlformats.org/officeDocument/2006/relationships/slide" Target="/ppt/slides/slide4.xml" Id="R8f71036e8a674993" /><Relationship Type="http://schemas.openxmlformats.org/officeDocument/2006/relationships/slide" Target="/ppt/slides/slide5.xml" Id="Rdd1ceb2292934459" /><Relationship Type="http://schemas.openxmlformats.org/officeDocument/2006/relationships/slide" Target="/ppt/slides/slide6.xml" Id="R53c83dbb0ac643e1" /><Relationship Type="http://schemas.openxmlformats.org/officeDocument/2006/relationships/slide" Target="/ppt/slides/slide7.xml" Id="R6f3e93e93e954a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880701f1e142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a24998d9d44b4e" /><Relationship Type="http://schemas.openxmlformats.org/officeDocument/2006/relationships/notesMaster" Target="/ppt/notesMasters/notesMaster1.xml" Id="R3a27a57e8ac34c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3f6b516af04878" /><Relationship Type="http://schemas.openxmlformats.org/officeDocument/2006/relationships/notesMaster" Target="/ppt/notesMasters/notesMaster1.xml" Id="R45e22fbd113e4e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81cea7587246fa" /><Relationship Type="http://schemas.openxmlformats.org/officeDocument/2006/relationships/notesMaster" Target="/ppt/notesMasters/notesMaster1.xml" Id="R8320967e52654b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2ae6bfe6fb489d" /><Relationship Type="http://schemas.openxmlformats.org/officeDocument/2006/relationships/notesMaster" Target="/ppt/notesMasters/notesMaster1.xml" Id="R0a6b39d036fb4d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9c2fe0963e4036" /><Relationship Type="http://schemas.openxmlformats.org/officeDocument/2006/relationships/notesMaster" Target="/ppt/notesMasters/notesMaster1.xml" Id="Rd648b471facb4a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77b22ed4d94e97" /><Relationship Type="http://schemas.openxmlformats.org/officeDocument/2006/relationships/notesMaster" Target="/ppt/notesMasters/notesMaster1.xml" Id="R4b1d571e6a2d4b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e142c913bb4486" /><Relationship Type="http://schemas.openxmlformats.org/officeDocument/2006/relationships/notesMaster" Target="/ppt/notesMasters/notesMaster1.xml" Id="R77759fe1f69c42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762f49044440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1565989d034fc0" /><Relationship Type="http://schemas.openxmlformats.org/officeDocument/2006/relationships/slideLayout" Target="/ppt/slideLayouts/slideLayout1.xml" Id="R2cb6401ccfa541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b6401ccfa541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f77ee219b74e4c" /><Relationship Type="http://schemas.openxmlformats.org/officeDocument/2006/relationships/notesSlide" Target="/ppt/notesSlides/notesSlide1.xml" Id="Rcf320ff1481a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18e5e4144e48d5" /><Relationship Type="http://schemas.openxmlformats.org/officeDocument/2006/relationships/notesSlide" Target="/ppt/notesSlides/notesSlide2.xml" Id="R0c98059f6c494e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2d7d73263643bf" /><Relationship Type="http://schemas.openxmlformats.org/officeDocument/2006/relationships/notesSlide" Target="/ppt/notesSlides/notesSlide3.xml" Id="R0d36fc916a4048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05db50fbe84361" /><Relationship Type="http://schemas.openxmlformats.org/officeDocument/2006/relationships/notesSlide" Target="/ppt/notesSlides/notesSlide4.xml" Id="R8d3642ed558445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a4b6c6b9884580" /><Relationship Type="http://schemas.openxmlformats.org/officeDocument/2006/relationships/notesSlide" Target="/ppt/notesSlides/notesSlide5.xml" Id="R2028cf01105042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5a52f0272e4ebf" /><Relationship Type="http://schemas.openxmlformats.org/officeDocument/2006/relationships/notesSlide" Target="/ppt/notesSlides/notesSlide6.xml" Id="R33639b48ed2147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4aa04019674fa3" /><Relationship Type="http://schemas.openxmlformats.org/officeDocument/2006/relationships/notesSlide" Target="/ppt/notesSlides/notesSlide7.xml" Id="R67fd4a5055e644b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68DA07-98DB-4CAC-B037-C4EF5D3AF7B1}"/>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B68A2DED-5354-4411-ACFC-0DD9FA4F098C}"/>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8787E022-A211-4FDB-9C18-EC029311A120}"/>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08</a:t>
            </a:r>
          </a:p>
        </p:txBody>
      </p:sp>
      <p:sp>
        <p:nvSpPr>
          <p:cNvPr id="4" name="">
            <a:extLst xmlns:a="http://schemas.openxmlformats.org/drawingml/2006/main">
              <a:ext uri="{FF2B5EF4-FFF2-40B4-BE49-F238E27FC236}">
                <a16:creationId xmlns:a16="http://schemas.microsoft.com/office/drawing/2014/main" id="{A0A9495E-70E8-44D8-9E71-722AD7A063C8}"/>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The Prompt Implements the Contract</a:t>
            </a:r>
          </a:p>
        </p:txBody>
      </p:sp>
      <p:sp>
        <p:nvSpPr>
          <p:cNvPr id="5" name="">
            <a:extLst xmlns:a="http://schemas.openxmlformats.org/drawingml/2006/main">
              <a:ext uri="{FF2B5EF4-FFF2-40B4-BE49-F238E27FC236}">
                <a16:creationId xmlns:a16="http://schemas.microsoft.com/office/drawing/2014/main" id="{639EB325-1304-4610-BB7B-D6128F7CB83A}"/>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turn a specification into reliable model behavior?</a:t>
            </a:r>
          </a:p>
        </p:txBody>
      </p:sp>
      <p:sp>
        <p:nvSpPr>
          <p:cNvPr id="6" name="">
            <a:extLst xmlns:a="http://schemas.openxmlformats.org/drawingml/2006/main">
              <a:ext uri="{FF2B5EF4-FFF2-40B4-BE49-F238E27FC236}">
                <a16:creationId xmlns:a16="http://schemas.microsoft.com/office/drawing/2014/main" id="{635EDD3E-A924-44B9-B8D4-92BD3A194511}"/>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9933D4D-0B34-4A39-9A9F-E643D769D5A9}"/>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5A0DACD0-636D-4A08-A60E-6CA500221385}"/>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A4B3E443-EAAD-4AE7-AEB5-0291D8D63B5C}"/>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5099801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7EE7802-1564-49FB-B229-470B4D479FD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8 OUTCOMES</a:t>
            </a:r>
          </a:p>
        </p:txBody>
      </p:sp>
      <p:sp>
        <p:nvSpPr>
          <p:cNvPr id="2" name="">
            <a:extLst xmlns:a="http://schemas.openxmlformats.org/drawingml/2006/main">
              <a:ext uri="{FF2B5EF4-FFF2-40B4-BE49-F238E27FC236}">
                <a16:creationId xmlns:a16="http://schemas.microsoft.com/office/drawing/2014/main" id="{87B68AB5-302B-474C-9684-0AC3CCE2182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1E12099A-66BD-4795-BBDD-29B70005AA62}"/>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E6EAD27-9906-4EEF-AA9F-F4B99777A81C}"/>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D2C2013-8E23-4BD2-A31C-C9AC57535BF5}"/>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the universal prompt structure</a:t>
            </a:r>
          </a:p>
        </p:txBody>
      </p:sp>
      <p:sp>
        <p:nvSpPr>
          <p:cNvPr id="6" name="">
            <a:extLst xmlns:a="http://schemas.openxmlformats.org/drawingml/2006/main">
              <a:ext uri="{FF2B5EF4-FFF2-40B4-BE49-F238E27FC236}">
                <a16:creationId xmlns:a16="http://schemas.microsoft.com/office/drawing/2014/main" id="{4661B23E-5B81-4B1B-BD70-37F4EB05D239}"/>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6603CE6-4389-4EB1-95EE-2B0FEA7B4B5E}"/>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4010A4D2-4E25-4896-8EAF-A91809D2A78B}"/>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every clause to a requirement</a:t>
            </a:r>
          </a:p>
        </p:txBody>
      </p:sp>
      <p:sp>
        <p:nvSpPr>
          <p:cNvPr id="9" name="">
            <a:extLst xmlns:a="http://schemas.openxmlformats.org/drawingml/2006/main">
              <a:ext uri="{FF2B5EF4-FFF2-40B4-BE49-F238E27FC236}">
                <a16:creationId xmlns:a16="http://schemas.microsoft.com/office/drawing/2014/main" id="{CE2F8A22-6BF6-4401-94DB-3D646DF8932F}"/>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B99D836-3AA1-46C6-8484-D6BDAB10DCDE}"/>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EF19611B-2933-4894-B5FD-EF4143436C5E}"/>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Keep method, output, and authority consistent</a:t>
            </a:r>
          </a:p>
        </p:txBody>
      </p:sp>
      <p:sp>
        <p:nvSpPr>
          <p:cNvPr id="12" name="">
            <a:extLst xmlns:a="http://schemas.openxmlformats.org/drawingml/2006/main">
              <a:ext uri="{FF2B5EF4-FFF2-40B4-BE49-F238E27FC236}">
                <a16:creationId xmlns:a16="http://schemas.microsoft.com/office/drawing/2014/main" id="{20E47631-DF88-4680-AA82-81EE00A4A2F4}"/>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25173AF8-C8A8-41B0-9438-1ACC5A5F669D}"/>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7C5A1185-34EC-43D7-A86B-414F7B0F095E}"/>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17ADEC27-1E45-431D-94CC-18C73D8E3C3D}"/>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AB5266C7-F7DF-4EED-B2B7-6421CABC1352}"/>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08EA135A-17DB-4022-8BE2-370E70A39D04}"/>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7DA8D143-F87D-4480-B4CC-67218A2E67C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764AB326-962C-42FF-B6F9-D0C2B154143B}"/>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154A4A5-37A9-4F9A-907C-7FE67AE0FA2B}"/>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91F65580-355B-4D5E-BC11-E106DEDDE3AF}"/>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7047ACBF-224A-4B22-B54B-3437BA76E5A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891701B9-1E65-4674-A12F-BFBD2701F496}"/>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53429E72-0E4C-4DE2-8338-11BDEE26DCA8}"/>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B341C6CA-691A-40E7-9D37-85A83132AA43}"/>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BA08FDC0-72EE-4051-B163-339C0C01DA57}"/>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6AB03290-9E7D-4A45-985D-B7BCA23BD5C0}"/>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5E67B643-22CB-4CCF-B7CB-4F3E9378ADC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6DBA609B-67C3-4B92-A606-3680FACE792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30" name="">
            <a:extLst xmlns:a="http://schemas.openxmlformats.org/drawingml/2006/main">
              <a:ext uri="{FF2B5EF4-FFF2-40B4-BE49-F238E27FC236}">
                <a16:creationId xmlns:a16="http://schemas.microsoft.com/office/drawing/2014/main" id="{8EB97F33-884C-4EC2-8726-92B7A0D0049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520187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22B1389-5A17-4D6E-9A95-771506DA01C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AC24EB86-8A13-49D4-95A5-42273D3CB46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B983AC5D-E44C-4D8D-9038-9D72C3B1FE44}"/>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CB4EBB5-0600-4C8C-9570-492C924A2C99}"/>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IDENTITY</a:t>
            </a:r>
          </a:p>
        </p:txBody>
      </p:sp>
      <p:sp>
        <p:nvSpPr>
          <p:cNvPr id="5" name="">
            <a:extLst xmlns:a="http://schemas.openxmlformats.org/drawingml/2006/main">
              <a:ext uri="{FF2B5EF4-FFF2-40B4-BE49-F238E27FC236}">
                <a16:creationId xmlns:a16="http://schemas.microsoft.com/office/drawing/2014/main" id="{24B0665E-86B1-4177-AF0D-A7A1B5FCA09B}"/>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Who and which version</a:t>
            </a:r>
          </a:p>
        </p:txBody>
      </p:sp>
      <p:sp>
        <p:nvSpPr>
          <p:cNvPr id="6" name="">
            <a:extLst xmlns:a="http://schemas.openxmlformats.org/drawingml/2006/main">
              <a:ext uri="{FF2B5EF4-FFF2-40B4-BE49-F238E27FC236}">
                <a16:creationId xmlns:a16="http://schemas.microsoft.com/office/drawing/2014/main" id="{C8B8976E-55C2-4849-9C08-56FF84B677FC}"/>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1935666-CDA3-4926-9D6D-96F126FE7C90}"/>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AUTHORITY</a:t>
            </a:r>
          </a:p>
        </p:txBody>
      </p:sp>
      <p:sp>
        <p:nvSpPr>
          <p:cNvPr id="8" name="">
            <a:extLst xmlns:a="http://schemas.openxmlformats.org/drawingml/2006/main">
              <a:ext uri="{FF2B5EF4-FFF2-40B4-BE49-F238E27FC236}">
                <a16:creationId xmlns:a16="http://schemas.microsoft.com/office/drawing/2014/main" id="{9E1706F2-2146-48CD-B11F-184C9F8FCA43}"/>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Allowed conclusions</a:t>
            </a:r>
          </a:p>
        </p:txBody>
      </p:sp>
      <p:sp>
        <p:nvSpPr>
          <p:cNvPr id="9" name="">
            <a:extLst xmlns:a="http://schemas.openxmlformats.org/drawingml/2006/main">
              <a:ext uri="{FF2B5EF4-FFF2-40B4-BE49-F238E27FC236}">
                <a16:creationId xmlns:a16="http://schemas.microsoft.com/office/drawing/2014/main" id="{C7E5A60B-8812-4F0A-B0F2-1044638E6276}"/>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FDDEC07-E65D-4C67-8A1C-C7E60B8C4BB7}"/>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EXECUTION</a:t>
            </a:r>
          </a:p>
        </p:txBody>
      </p:sp>
      <p:sp>
        <p:nvSpPr>
          <p:cNvPr id="11" name="">
            <a:extLst xmlns:a="http://schemas.openxmlformats.org/drawingml/2006/main">
              <a:ext uri="{FF2B5EF4-FFF2-40B4-BE49-F238E27FC236}">
                <a16:creationId xmlns:a16="http://schemas.microsoft.com/office/drawing/2014/main" id="{9B40484B-74C2-40F1-BE2B-A284241DD21E}"/>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Inputs + method + states</a:t>
            </a:r>
          </a:p>
        </p:txBody>
      </p:sp>
      <p:sp>
        <p:nvSpPr>
          <p:cNvPr id="12" name="">
            <a:extLst xmlns:a="http://schemas.openxmlformats.org/drawingml/2006/main">
              <a:ext uri="{FF2B5EF4-FFF2-40B4-BE49-F238E27FC236}">
                <a16:creationId xmlns:a16="http://schemas.microsoft.com/office/drawing/2014/main" id="{4205C68D-7E3E-4EE9-B463-6C203D6710B5}"/>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F6D63AC-6B3B-4902-96ED-9D54484EBABB}"/>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OUTPUT</a:t>
            </a:r>
          </a:p>
        </p:txBody>
      </p:sp>
      <p:sp>
        <p:nvSpPr>
          <p:cNvPr id="14" name="">
            <a:extLst xmlns:a="http://schemas.openxmlformats.org/drawingml/2006/main">
              <a:ext uri="{FF2B5EF4-FFF2-40B4-BE49-F238E27FC236}">
                <a16:creationId xmlns:a16="http://schemas.microsoft.com/office/drawing/2014/main" id="{F029E54D-458D-4A82-9CF1-9B338D5C1864}"/>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Exact artifact contract</a:t>
            </a:r>
          </a:p>
        </p:txBody>
      </p:sp>
      <p:sp>
        <p:nvSpPr>
          <p:cNvPr id="15" name="">
            <a:extLst xmlns:a="http://schemas.openxmlformats.org/drawingml/2006/main">
              <a:ext uri="{FF2B5EF4-FFF2-40B4-BE49-F238E27FC236}">
                <a16:creationId xmlns:a16="http://schemas.microsoft.com/office/drawing/2014/main" id="{0C0B0828-DB7C-4D43-B7FA-00B97D3EDF18}"/>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61E7C3BF-6992-4861-8F2F-8AB2286B8B0B}"/>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1BC82CD-170F-4D8B-BC44-214A40B2C07C}"/>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073841E6-0474-46A1-BB95-60F07A4EBACE}"/>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94B2DA92-9F7B-4434-BF5F-BA55E598246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8B020452-0F0E-472C-9D27-8D1A48EEC65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1" name="">
            <a:extLst xmlns:a="http://schemas.openxmlformats.org/drawingml/2006/main">
              <a:ext uri="{FF2B5EF4-FFF2-40B4-BE49-F238E27FC236}">
                <a16:creationId xmlns:a16="http://schemas.microsoft.com/office/drawing/2014/main" id="{C25DFF92-889A-4B3A-8E48-6426B274C24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789418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A672F7C-4A9D-4066-AFE5-7FCA61B1C73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80348903-6802-4E26-A876-8E87CD17387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7D2C0AB4-F32D-432B-A1BF-3B2C353BBD5B}"/>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3CBB589-F9E8-48CA-B88E-963A35483346}"/>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EAAAAFB6-4B8D-4C2D-BD5E-87D6C978DDD9}"/>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Contract obligation</a:t>
            </a:r>
          </a:p>
        </p:txBody>
      </p:sp>
      <p:sp>
        <p:nvSpPr>
          <p:cNvPr id="6" name="">
            <a:extLst xmlns:a="http://schemas.openxmlformats.org/drawingml/2006/main">
              <a:ext uri="{FF2B5EF4-FFF2-40B4-BE49-F238E27FC236}">
                <a16:creationId xmlns:a16="http://schemas.microsoft.com/office/drawing/2014/main" id="{72059CAE-741F-4D4A-9F7E-882C39FE1611}"/>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57082ACB-BDA3-4783-9A22-1153A37EC02D}"/>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EDE871C7-BA65-4BDC-BE94-3C42E23151C0}"/>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C46646B7-4CEB-4DA8-9064-983F1A9D0C79}"/>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FE350C73-1C46-404B-BF7A-ECC13239E3D7}"/>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Prompt clause</a:t>
            </a:r>
          </a:p>
        </p:txBody>
      </p:sp>
      <p:sp>
        <p:nvSpPr>
          <p:cNvPr id="11" name="">
            <a:extLst xmlns:a="http://schemas.openxmlformats.org/drawingml/2006/main">
              <a:ext uri="{FF2B5EF4-FFF2-40B4-BE49-F238E27FC236}">
                <a16:creationId xmlns:a16="http://schemas.microsoft.com/office/drawing/2014/main" id="{92784B20-C3AD-4F2F-A1DB-8D542F3A186E}"/>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E3ACB4C9-35B8-4328-81F2-E5332F721A92}"/>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0D7FFFAC-2C37-4D8B-9C02-8723C45FF371}"/>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8C65D079-DC12-4B9E-94FE-F001A987CB47}"/>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C6C0C964-5DA2-431A-9423-67A2A694021C}"/>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Output field</a:t>
            </a:r>
          </a:p>
        </p:txBody>
      </p:sp>
      <p:sp>
        <p:nvSpPr>
          <p:cNvPr id="16" name="">
            <a:extLst xmlns:a="http://schemas.openxmlformats.org/drawingml/2006/main">
              <a:ext uri="{FF2B5EF4-FFF2-40B4-BE49-F238E27FC236}">
                <a16:creationId xmlns:a16="http://schemas.microsoft.com/office/drawing/2014/main" id="{44CB9394-B078-49D3-B4B4-EF5CBB442F24}"/>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046C2D2-529E-4A14-80EE-DA04E0162C47}"/>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790F79FA-99E1-4BBD-8692-F2F831D97A0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8F24B14-2F19-427C-9456-19DA9D7075D3}"/>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00EAA69E-3DD8-4931-89DD-D2B48845C5DA}"/>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Test case</a:t>
            </a:r>
          </a:p>
        </p:txBody>
      </p:sp>
      <p:sp>
        <p:nvSpPr>
          <p:cNvPr id="21" name="">
            <a:extLst xmlns:a="http://schemas.openxmlformats.org/drawingml/2006/main">
              <a:ext uri="{FF2B5EF4-FFF2-40B4-BE49-F238E27FC236}">
                <a16:creationId xmlns:a16="http://schemas.microsoft.com/office/drawing/2014/main" id="{AF2064DC-B0AA-411A-B4B4-C3A31579B294}"/>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5159348D-D044-412F-894F-E802FBAAF532}"/>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146828E6-2D74-45D8-AFEA-82762E12552F}"/>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268BA88B-464A-4E1A-99AB-F5D3ABEB777C}"/>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769FFE1-5EE7-42E2-B28F-6B1DB8A1C241}"/>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Pass invariant</a:t>
            </a:r>
          </a:p>
        </p:txBody>
      </p:sp>
      <p:sp>
        <p:nvSpPr>
          <p:cNvPr id="26" name="">
            <a:extLst xmlns:a="http://schemas.openxmlformats.org/drawingml/2006/main">
              <a:ext uri="{FF2B5EF4-FFF2-40B4-BE49-F238E27FC236}">
                <a16:creationId xmlns:a16="http://schemas.microsoft.com/office/drawing/2014/main" id="{8F84C662-7694-432C-8B1A-189E921330D3}"/>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F78D0154-7E07-46EF-A8AD-9E870B02FB2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5D523F03-D594-4871-9A03-E36C4ED6042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9" name="">
            <a:extLst xmlns:a="http://schemas.openxmlformats.org/drawingml/2006/main">
              <a:ext uri="{FF2B5EF4-FFF2-40B4-BE49-F238E27FC236}">
                <a16:creationId xmlns:a16="http://schemas.microsoft.com/office/drawing/2014/main" id="{0F830579-F124-4F6F-A10F-BB326C31FE9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0081212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0B1FB6-5FAC-4EC2-BDDE-5E14A7DF5A3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E3D71E7D-E938-4DBE-8008-F27AC4D5937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D58E0698-34F0-428F-BF07-4A7367261DB4}"/>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9EA6D74-BA87-4656-9AE7-CFB3C84AEF7A}"/>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614B35D4-C1FE-48E2-B6B2-6A262B8EB1F3}"/>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Convert a specialist role specification into a prompt and trace matrix.</a:t>
            </a:r>
          </a:p>
        </p:txBody>
      </p:sp>
      <p:sp>
        <p:nvSpPr>
          <p:cNvPr id="6" name="">
            <a:extLst xmlns:a="http://schemas.openxmlformats.org/drawingml/2006/main">
              <a:ext uri="{FF2B5EF4-FFF2-40B4-BE49-F238E27FC236}">
                <a16:creationId xmlns:a16="http://schemas.microsoft.com/office/drawing/2014/main" id="{9D3BCDF6-16CE-43CD-AD6E-55CAD9461519}"/>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A990F72-699E-4900-9DA9-C3054AB56F06}"/>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51A756CC-E22A-4993-8610-49FC2B8AE19D}"/>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Extract obligations</a:t>
            </a:r>
          </a:p>
        </p:txBody>
      </p:sp>
      <p:sp>
        <p:nvSpPr>
          <p:cNvPr id="9" name="">
            <a:extLst xmlns:a="http://schemas.openxmlformats.org/drawingml/2006/main">
              <a:ext uri="{FF2B5EF4-FFF2-40B4-BE49-F238E27FC236}">
                <a16:creationId xmlns:a16="http://schemas.microsoft.com/office/drawing/2014/main" id="{07E09B4D-75A7-40EC-B7BF-618EE3237B26}"/>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0960F35-1413-43C9-916F-6D6EBF244899}"/>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56AC9F7C-7337-4EFF-A684-CCBEC6C3F9AB}"/>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Draft clauses</a:t>
            </a:r>
          </a:p>
        </p:txBody>
      </p:sp>
      <p:sp>
        <p:nvSpPr>
          <p:cNvPr id="12" name="">
            <a:extLst xmlns:a="http://schemas.openxmlformats.org/drawingml/2006/main">
              <a:ext uri="{FF2B5EF4-FFF2-40B4-BE49-F238E27FC236}">
                <a16:creationId xmlns:a16="http://schemas.microsoft.com/office/drawing/2014/main" id="{B41792FB-554E-4F3A-AA65-67F780CE905F}"/>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E45217E-4457-4AAB-85DE-23EB826847D5}"/>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CB81743D-779C-4DB3-818B-79FB93883478}"/>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Verify coverage</a:t>
            </a:r>
          </a:p>
        </p:txBody>
      </p:sp>
      <p:sp>
        <p:nvSpPr>
          <p:cNvPr id="15" name="">
            <a:extLst xmlns:a="http://schemas.openxmlformats.org/drawingml/2006/main">
              <a:ext uri="{FF2B5EF4-FFF2-40B4-BE49-F238E27FC236}">
                <a16:creationId xmlns:a16="http://schemas.microsoft.com/office/drawing/2014/main" id="{40E7C179-EEA5-4D0B-B86B-529A8E7992F4}"/>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13B0D7F5-9746-47CD-81EF-904455F0A75F}"/>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9ED3B5D2-F994-4796-A034-0922CB177C3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18" name="">
            <a:extLst xmlns:a="http://schemas.openxmlformats.org/drawingml/2006/main">
              <a:ext uri="{FF2B5EF4-FFF2-40B4-BE49-F238E27FC236}">
                <a16:creationId xmlns:a16="http://schemas.microsoft.com/office/drawing/2014/main" id="{74CA8F65-D62E-48E3-A1E9-251C86E599E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8548881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2736559-7C1F-4F5C-A5C5-031F4E0A943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87191090-5875-42D3-98F2-1EF3E52C36A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81DE6751-0B2F-4074-9177-E3D6F14825D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a complete first-pass prompt for a baseline specialist.</a:t>
            </a:r>
          </a:p>
        </p:txBody>
      </p:sp>
      <p:sp>
        <p:nvSpPr>
          <p:cNvPr id="4" name="">
            <a:extLst xmlns:a="http://schemas.openxmlformats.org/drawingml/2006/main">
              <a:ext uri="{FF2B5EF4-FFF2-40B4-BE49-F238E27FC236}">
                <a16:creationId xmlns:a16="http://schemas.microsoft.com/office/drawing/2014/main" id="{A1E1869E-D86E-4D20-9462-8BBD426F0216}"/>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89C8B9D3-4E88-4EEB-9063-E3290AA8B28C}"/>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666BD433-6D3B-4954-8D0E-51E702AE209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3376AA4F-654D-4936-9C70-2E61CD38587F}"/>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B86E4A1D-F9DE-4DEB-949C-FD7EC13DA7CC}"/>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48D1099C-CCA9-48C7-85CA-C510D42F435C}"/>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0" name="">
            <a:extLst xmlns:a="http://schemas.openxmlformats.org/drawingml/2006/main">
              <a:ext uri="{FF2B5EF4-FFF2-40B4-BE49-F238E27FC236}">
                <a16:creationId xmlns:a16="http://schemas.microsoft.com/office/drawing/2014/main" id="{709C8533-0457-4885-9CC6-7425233A2FB9}"/>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A4D22F3-99DA-41C3-B0E1-E2319B534238}"/>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A92974C2-72C2-4ACB-B338-7B191DA1B0E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Inputs</a:t>
            </a:r>
          </a:p>
        </p:txBody>
      </p:sp>
      <p:sp>
        <p:nvSpPr>
          <p:cNvPr id="13" name="">
            <a:extLst xmlns:a="http://schemas.openxmlformats.org/drawingml/2006/main">
              <a:ext uri="{FF2B5EF4-FFF2-40B4-BE49-F238E27FC236}">
                <a16:creationId xmlns:a16="http://schemas.microsoft.com/office/drawing/2014/main" id="{CEAA71E6-A2F6-4615-844B-C1ABC2E034E5}"/>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F6291FC-4F68-436F-AB83-5E2D94ACDF1C}"/>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66FECA34-807A-4568-B726-1419A4E7D5A6}"/>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Method</a:t>
            </a:r>
          </a:p>
        </p:txBody>
      </p:sp>
      <p:sp>
        <p:nvSpPr>
          <p:cNvPr id="16" name="">
            <a:extLst xmlns:a="http://schemas.openxmlformats.org/drawingml/2006/main">
              <a:ext uri="{FF2B5EF4-FFF2-40B4-BE49-F238E27FC236}">
                <a16:creationId xmlns:a16="http://schemas.microsoft.com/office/drawing/2014/main" id="{EE048F14-6402-4C20-81D3-9D57CE8C952C}"/>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A15BEAB-4D04-42E9-9FC0-272F7CFDC805}"/>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AB84D53F-3563-43A3-B77C-3BA056A4DF3B}"/>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9" name="">
            <a:extLst xmlns:a="http://schemas.openxmlformats.org/drawingml/2006/main">
              <a:ext uri="{FF2B5EF4-FFF2-40B4-BE49-F238E27FC236}">
                <a16:creationId xmlns:a16="http://schemas.microsoft.com/office/drawing/2014/main" id="{22647D0E-EE52-4331-8898-E14DB8F098BB}"/>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C6AAB74-780A-4F0F-994E-FCC0CEEC364F}"/>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27EEE42E-9CAF-4F64-B781-49E0DA5DD0C1}"/>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C4B75017-FF3A-44B5-BFB5-E71EAE27AFC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A0744C51-7D20-44A7-BA8D-5A70CD923B3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4" name="">
            <a:extLst xmlns:a="http://schemas.openxmlformats.org/drawingml/2006/main">
              <a:ext uri="{FF2B5EF4-FFF2-40B4-BE49-F238E27FC236}">
                <a16:creationId xmlns:a16="http://schemas.microsoft.com/office/drawing/2014/main" id="{F2BCBAEB-1F44-4B18-95E2-52FB44D1FEE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143811257"/>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6527BC-B57D-46F7-83B1-ACA01172FA1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08  •  EXIT TICKET</a:t>
            </a:r>
          </a:p>
        </p:txBody>
      </p:sp>
      <p:sp>
        <p:nvSpPr>
          <p:cNvPr id="2" name="">
            <a:extLst xmlns:a="http://schemas.openxmlformats.org/drawingml/2006/main">
              <a:ext uri="{FF2B5EF4-FFF2-40B4-BE49-F238E27FC236}">
                <a16:creationId xmlns:a16="http://schemas.microsoft.com/office/drawing/2014/main" id="{C7539A38-6C2A-47E4-B302-80C4B484075D}"/>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Defend each prompt section by citing its governing source.</a:t>
            </a:r>
          </a:p>
        </p:txBody>
      </p:sp>
      <p:sp>
        <p:nvSpPr>
          <p:cNvPr id="3" name="">
            <a:extLst xmlns:a="http://schemas.openxmlformats.org/drawingml/2006/main">
              <a:ext uri="{FF2B5EF4-FFF2-40B4-BE49-F238E27FC236}">
                <a16:creationId xmlns:a16="http://schemas.microsoft.com/office/drawing/2014/main" id="{9497D33D-0B8A-492B-BABC-96579A727FE5}"/>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B8A90F86-9C1D-4D2D-9E2F-EA8033F55C82}"/>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1EA7B2AD-0E79-4432-80CC-4A7637126A5F}"/>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09</a:t>
            </a:r>
          </a:p>
        </p:txBody>
      </p:sp>
    </p:spTree>
    <p:extLst>
      <p:ext uri="{BB962C8B-B14F-4D97-AF65-F5344CB8AC3E}">
        <p14:creationId xmlns:p14="http://schemas.microsoft.com/office/powerpoint/2010/main" val="8068833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2026-07-30T15:54:49.8260000Z</dcterms:created>
  <dcterms:modified xsi:type="dcterms:W3CDTF">2026-07-30T15:54:49.8260000Z</dcterms:modified>
</coreProperties>
</file>