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c0dc457075453b" /><Relationship Type="http://schemas.openxmlformats.org/officeDocument/2006/relationships/extended-properties" Target="/docProps/app.xml" Id="Rc9ba4e4dd0d74c02" /><Relationship Type="http://schemas.openxmlformats.org/officeDocument/2006/relationships/officeDocument" Target="/ppt/presentation.xml" Id="Rc5744b27462f4f05" /></Relationships>
</file>

<file path=ppt/presentation.xml><?xml version="1.0" encoding="utf-8"?>
<p:presentation xmlns:p="http://schemas.openxmlformats.org/presentationml/2006/main">
  <p:sldMasterIdLst>
    <p:sldMasterId xmlns:r="http://schemas.openxmlformats.org/officeDocument/2006/relationships" id="2147483648" r:id="Re0ed0aa5518a4738"/>
  </p:sldMasterIdLst>
  <p:notesMasterIdLst>
    <p:notesMasterId xmlns:r="http://schemas.openxmlformats.org/officeDocument/2006/relationships" r:id="R5a5237c3bdea4201"/>
  </p:notesMasterIdLst>
  <p:sldIdLst>
    <p:sldId xmlns:r="http://schemas.openxmlformats.org/officeDocument/2006/relationships" id="256" r:id="Rd0d22f83ad164602"/>
    <p:sldId xmlns:r="http://schemas.openxmlformats.org/officeDocument/2006/relationships" id="257" r:id="R5914f670fea0461a"/>
    <p:sldId xmlns:r="http://schemas.openxmlformats.org/officeDocument/2006/relationships" id="258" r:id="R1777e904f7144fb5"/>
    <p:sldId xmlns:r="http://schemas.openxmlformats.org/officeDocument/2006/relationships" id="259" r:id="R5401b5cd5e8a4a6a"/>
    <p:sldId xmlns:r="http://schemas.openxmlformats.org/officeDocument/2006/relationships" id="260" r:id="Rcf7314398bef4ed6"/>
    <p:sldId xmlns:r="http://schemas.openxmlformats.org/officeDocument/2006/relationships" id="261" r:id="Rdeb171233dce4886"/>
    <p:sldId xmlns:r="http://schemas.openxmlformats.org/officeDocument/2006/relationships" id="262" r:id="Re9bdfa13ae484c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6b5d6f937645a6" /><Relationship Type="http://schemas.openxmlformats.org/officeDocument/2006/relationships/slideMaster" Target="/ppt/slideMasters/slideMaster1.xml" Id="Re0ed0aa5518a4738" /><Relationship Type="http://schemas.openxmlformats.org/officeDocument/2006/relationships/notesMaster" Target="/ppt/notesMasters/notesMaster1.xml" Id="R5a5237c3bdea4201" /><Relationship Type="http://schemas.openxmlformats.org/officeDocument/2006/relationships/presProps" Target="/ppt/presProps.xml" Id="R9d474f9246274ca3" /><Relationship Type="http://schemas.openxmlformats.org/officeDocument/2006/relationships/tableStyles" Target="/ppt/tableStyles.xml" Id="R5fed1e88d7804df9" /><Relationship Type="http://schemas.openxmlformats.org/officeDocument/2006/relationships/slide" Target="/ppt/slides/slide1.xml" Id="Rd0d22f83ad164602" /><Relationship Type="http://schemas.openxmlformats.org/officeDocument/2006/relationships/slide" Target="/ppt/slides/slide2.xml" Id="R5914f670fea0461a" /><Relationship Type="http://schemas.openxmlformats.org/officeDocument/2006/relationships/slide" Target="/ppt/slides/slide3.xml" Id="R1777e904f7144fb5" /><Relationship Type="http://schemas.openxmlformats.org/officeDocument/2006/relationships/slide" Target="/ppt/slides/slide4.xml" Id="R5401b5cd5e8a4a6a" /><Relationship Type="http://schemas.openxmlformats.org/officeDocument/2006/relationships/slide" Target="/ppt/slides/slide5.xml" Id="Rcf7314398bef4ed6" /><Relationship Type="http://schemas.openxmlformats.org/officeDocument/2006/relationships/slide" Target="/ppt/slides/slide6.xml" Id="Rdeb171233dce4886" /><Relationship Type="http://schemas.openxmlformats.org/officeDocument/2006/relationships/slide" Target="/ppt/slides/slide7.xml" Id="Re9bdfa13ae484c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e38628feaf49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735dec705b4bd5" /><Relationship Type="http://schemas.openxmlformats.org/officeDocument/2006/relationships/notesMaster" Target="/ppt/notesMasters/notesMaster1.xml" Id="R5af87b39681040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97f3a166a140e1" /><Relationship Type="http://schemas.openxmlformats.org/officeDocument/2006/relationships/notesMaster" Target="/ppt/notesMasters/notesMaster1.xml" Id="Raadc53ca0bc449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5575f26feb4aa3" /><Relationship Type="http://schemas.openxmlformats.org/officeDocument/2006/relationships/notesMaster" Target="/ppt/notesMasters/notesMaster1.xml" Id="R3e22533d1cff43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fb79e592734e04" /><Relationship Type="http://schemas.openxmlformats.org/officeDocument/2006/relationships/notesMaster" Target="/ppt/notesMasters/notesMaster1.xml" Id="Rddd718b49c2243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4103457b384e9c" /><Relationship Type="http://schemas.openxmlformats.org/officeDocument/2006/relationships/notesMaster" Target="/ppt/notesMasters/notesMaster1.xml" Id="Rbf4f92b8fba84d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d180a1d648478d" /><Relationship Type="http://schemas.openxmlformats.org/officeDocument/2006/relationships/notesMaster" Target="/ppt/notesMasters/notesMaster1.xml" Id="R4c05708575c34a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7f805722444dce" /><Relationship Type="http://schemas.openxmlformats.org/officeDocument/2006/relationships/notesMaster" Target="/ppt/notesMasters/notesMaster1.xml" Id="R986f2d38313e4a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contracts/contract-catalog.md;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contracts/contract-catalog.md;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contracts/contract-catalog.md;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contracts/contract-catalog.md;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contracts/contract-catalog.md;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contracts/contract-catalog.md;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contracts/contract-catalog.md;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271026092342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a5518fc2904dbd" /><Relationship Type="http://schemas.openxmlformats.org/officeDocument/2006/relationships/slideLayout" Target="/ppt/slideLayouts/slideLayout1.xml" Id="R870acd092d5f49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0acd092d5f49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38f96ed2984d14" /><Relationship Type="http://schemas.openxmlformats.org/officeDocument/2006/relationships/notesSlide" Target="/ppt/notesSlides/notesSlide1.xml" Id="Rac45807a8a8141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2eae89cedb40f0" /><Relationship Type="http://schemas.openxmlformats.org/officeDocument/2006/relationships/notesSlide" Target="/ppt/notesSlides/notesSlide2.xml" Id="R7a880250bee24c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088ea24ffc4c90" /><Relationship Type="http://schemas.openxmlformats.org/officeDocument/2006/relationships/notesSlide" Target="/ppt/notesSlides/notesSlide3.xml" Id="R55491d8144634d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e752810a5f47ca" /><Relationship Type="http://schemas.openxmlformats.org/officeDocument/2006/relationships/notesSlide" Target="/ppt/notesSlides/notesSlide4.xml" Id="Rfa46938cdf2146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d5c9f7433b4074" /><Relationship Type="http://schemas.openxmlformats.org/officeDocument/2006/relationships/notesSlide" Target="/ppt/notesSlides/notesSlide5.xml" Id="R7de909e0383949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7c1389cdf543c3" /><Relationship Type="http://schemas.openxmlformats.org/officeDocument/2006/relationships/notesSlide" Target="/ppt/notesSlides/notesSlide6.xml" Id="R3a57dc843e074e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516f1b987e43d2" /><Relationship Type="http://schemas.openxmlformats.org/officeDocument/2006/relationships/notesSlide" Target="/ppt/notesSlides/notesSlide7.xml" Id="Ra61218b001794a4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6F005D5-D467-418D-9A32-9C564022462F}"/>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FD073977-08FC-4BA8-AC27-B0E317820BC7}"/>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7275B32A-0F42-4B91-8828-C96ACDDCA19A}"/>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04</a:t>
            </a:r>
          </a:p>
        </p:txBody>
      </p:sp>
      <p:sp>
        <p:nvSpPr>
          <p:cNvPr id="4" name="">
            <a:extLst xmlns:a="http://schemas.openxmlformats.org/drawingml/2006/main">
              <a:ext uri="{FF2B5EF4-FFF2-40B4-BE49-F238E27FC236}">
                <a16:creationId xmlns:a16="http://schemas.microsoft.com/office/drawing/2014/main" id="{6FFA066E-6E00-4207-B389-01C6F6B5B916}"/>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How Contracts Work</a:t>
            </a:r>
          </a:p>
        </p:txBody>
      </p:sp>
      <p:sp>
        <p:nvSpPr>
          <p:cNvPr id="5" name="">
            <a:extLst xmlns:a="http://schemas.openxmlformats.org/drawingml/2006/main">
              <a:ext uri="{FF2B5EF4-FFF2-40B4-BE49-F238E27FC236}">
                <a16:creationId xmlns:a16="http://schemas.microsoft.com/office/drawing/2014/main" id="{0906018A-B6B8-4B6B-BE0D-18947ABA62BE}"/>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do independent agents exchange trustworthy artifacts?</a:t>
            </a:r>
          </a:p>
        </p:txBody>
      </p:sp>
      <p:sp>
        <p:nvSpPr>
          <p:cNvPr id="6" name="">
            <a:extLst xmlns:a="http://schemas.openxmlformats.org/drawingml/2006/main">
              <a:ext uri="{FF2B5EF4-FFF2-40B4-BE49-F238E27FC236}">
                <a16:creationId xmlns:a16="http://schemas.microsoft.com/office/drawing/2014/main" id="{5A42ADB2-2FD2-45B9-AAE0-189FDEA5D964}"/>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7A48D1B3-F0E7-47DD-9D3F-4812BC76CC84}"/>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04</a:t>
            </a:r>
          </a:p>
        </p:txBody>
      </p:sp>
      <p:sp>
        <p:nvSpPr>
          <p:cNvPr id="8" name="">
            <a:extLst xmlns:a="http://schemas.openxmlformats.org/drawingml/2006/main">
              <a:ext uri="{FF2B5EF4-FFF2-40B4-BE49-F238E27FC236}">
                <a16:creationId xmlns:a16="http://schemas.microsoft.com/office/drawing/2014/main" id="{D8550D55-6DDB-411C-AEAA-FCE4B18F6212}"/>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104FF207-E9C4-45BA-95A9-78CC904BD5B4}"/>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249244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0FBDF0F-C477-4ADA-B4C0-77B93FDA1BF5}"/>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4 OUTCOMES</a:t>
            </a:r>
          </a:p>
        </p:txBody>
      </p:sp>
      <p:sp>
        <p:nvSpPr>
          <p:cNvPr id="2" name="">
            <a:extLst xmlns:a="http://schemas.openxmlformats.org/drawingml/2006/main">
              <a:ext uri="{FF2B5EF4-FFF2-40B4-BE49-F238E27FC236}">
                <a16:creationId xmlns:a16="http://schemas.microsoft.com/office/drawing/2014/main" id="{D2F46052-2A81-45B2-9404-E551AB629923}"/>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F430E4C3-1695-4D88-A5B5-4985D92808D2}"/>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2941416D-C753-4394-B4B2-1CA5AF2E405B}"/>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F25BDED2-D5F7-49EE-9521-411734B5A8A5}"/>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Explain additive contract inheritance</a:t>
            </a:r>
          </a:p>
        </p:txBody>
      </p:sp>
      <p:sp>
        <p:nvSpPr>
          <p:cNvPr id="6" name="">
            <a:extLst xmlns:a="http://schemas.openxmlformats.org/drawingml/2006/main">
              <a:ext uri="{FF2B5EF4-FFF2-40B4-BE49-F238E27FC236}">
                <a16:creationId xmlns:a16="http://schemas.microsoft.com/office/drawing/2014/main" id="{A04D76F3-6B19-4D6B-9C19-E5119D9953C2}"/>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C4FEE698-1690-4CE1-8CAB-2C381BCE669E}"/>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C492D6E2-216D-4421-9CC5-58A3CDC4E975}"/>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Map producers and consumers</a:t>
            </a:r>
          </a:p>
        </p:txBody>
      </p:sp>
      <p:sp>
        <p:nvSpPr>
          <p:cNvPr id="9" name="">
            <a:extLst xmlns:a="http://schemas.openxmlformats.org/drawingml/2006/main">
              <a:ext uri="{FF2B5EF4-FFF2-40B4-BE49-F238E27FC236}">
                <a16:creationId xmlns:a16="http://schemas.microsoft.com/office/drawing/2014/main" id="{9D00EB49-311C-4832-87BB-4A6B19A0A36A}"/>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5394A0D5-11E5-47CD-911F-2A1A2014559A}"/>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D733F0B2-53F5-45C8-A2A9-528005E1A8BB}"/>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Validate the universal envelope</a:t>
            </a:r>
          </a:p>
        </p:txBody>
      </p:sp>
      <p:sp>
        <p:nvSpPr>
          <p:cNvPr id="12" name="">
            <a:extLst xmlns:a="http://schemas.openxmlformats.org/drawingml/2006/main">
              <a:ext uri="{FF2B5EF4-FFF2-40B4-BE49-F238E27FC236}">
                <a16:creationId xmlns:a16="http://schemas.microsoft.com/office/drawing/2014/main" id="{6F625A57-FA6B-4716-9F18-DFD83A9DBBF9}"/>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02146AB1-392E-47A6-99A2-E168C8224ABB}"/>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22FF0828-256F-4FC8-AD63-B40B5D05888D}"/>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1735E793-B720-43CA-9E5F-E73936A98E31}"/>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C0FA10F4-4AE3-44D3-935C-023CFEC7565B}"/>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3856FCC6-74ED-49AC-AD28-895E533C86C2}"/>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BB40C891-292B-4ED1-BAF9-EA3F0CD3FB77}"/>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F9B5C4F6-65FA-4B2F-B0BB-D12420781E5C}"/>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91299938-6EEF-4933-9BEE-A823A612F384}"/>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DEFA2B3D-7526-4181-92D2-4B6A1B1C8F7B}"/>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DD85F016-4513-4867-BE0E-2475D56857FD}"/>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7DD4C01B-94E0-43FC-8DE9-63464A7859C9}"/>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9ABFD78E-8B29-45D7-9B9D-5C22B5B8E2C2}"/>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8B7A2B5B-8860-4951-8E2C-9FF85F46F39F}"/>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1D10FEE3-0473-4C94-BF33-5B5C12BB1BAD}"/>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D69F9C5B-8F68-44E3-BF4F-3BE9DD87A2FD}"/>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879B5B85-1FE5-422E-B306-3D57C6BF43E2}"/>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58F7D69D-2E53-4A9B-AA44-7F88796D2CB8}"/>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04  •  CODE REVIEW HARNESS</a:t>
            </a:r>
          </a:p>
        </p:txBody>
      </p:sp>
      <p:sp>
        <p:nvSpPr>
          <p:cNvPr id="30" name="">
            <a:extLst xmlns:a="http://schemas.openxmlformats.org/drawingml/2006/main">
              <a:ext uri="{FF2B5EF4-FFF2-40B4-BE49-F238E27FC236}">
                <a16:creationId xmlns:a16="http://schemas.microsoft.com/office/drawing/2014/main" id="{415E234B-BA27-4DCC-9660-AABB48B161BA}"/>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5851872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71B9489-6BC3-4607-8E31-BB1CDD697B3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2613CF3E-333F-4BEC-839F-1A0DE7C623A6}"/>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8920C5B6-0155-491A-B2DA-469E374B2BB6}"/>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DAC51912-3ACA-4F4D-A054-41CF5ADB4CD0}"/>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UNIVERSAL</a:t>
            </a:r>
          </a:p>
        </p:txBody>
      </p:sp>
      <p:sp>
        <p:nvSpPr>
          <p:cNvPr id="5" name="">
            <a:extLst xmlns:a="http://schemas.openxmlformats.org/drawingml/2006/main">
              <a:ext uri="{FF2B5EF4-FFF2-40B4-BE49-F238E27FC236}">
                <a16:creationId xmlns:a16="http://schemas.microsoft.com/office/drawing/2014/main" id="{A459ABF4-D49D-40C9-A7C8-01FFA6EACB03}"/>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Identity + integrity envelope</a:t>
            </a:r>
          </a:p>
        </p:txBody>
      </p:sp>
      <p:sp>
        <p:nvSpPr>
          <p:cNvPr id="6" name="">
            <a:extLst xmlns:a="http://schemas.openxmlformats.org/drawingml/2006/main">
              <a:ext uri="{FF2B5EF4-FFF2-40B4-BE49-F238E27FC236}">
                <a16:creationId xmlns:a16="http://schemas.microsoft.com/office/drawing/2014/main" id="{2A582FAD-A3C7-4253-AE51-5837989383F2}"/>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31BE6016-6D4B-4411-B5C0-3512423BAC91}"/>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LAYER</a:t>
            </a:r>
          </a:p>
        </p:txBody>
      </p:sp>
      <p:sp>
        <p:nvSpPr>
          <p:cNvPr id="8" name="">
            <a:extLst xmlns:a="http://schemas.openxmlformats.org/drawingml/2006/main">
              <a:ext uri="{FF2B5EF4-FFF2-40B4-BE49-F238E27FC236}">
                <a16:creationId xmlns:a16="http://schemas.microsoft.com/office/drawing/2014/main" id="{6B4BE509-5794-4A5B-8FC1-F0A378DBCAD1}"/>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Shared role-class rules</a:t>
            </a:r>
          </a:p>
        </p:txBody>
      </p:sp>
      <p:sp>
        <p:nvSpPr>
          <p:cNvPr id="9" name="">
            <a:extLst xmlns:a="http://schemas.openxmlformats.org/drawingml/2006/main">
              <a:ext uri="{FF2B5EF4-FFF2-40B4-BE49-F238E27FC236}">
                <a16:creationId xmlns:a16="http://schemas.microsoft.com/office/drawing/2014/main" id="{DBB437B6-B2BA-44AE-89FD-7CA44AEC8CBB}"/>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95817820-DE02-4279-9A07-04591903592F}"/>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ARTIFACT</a:t>
            </a:r>
          </a:p>
        </p:txBody>
      </p:sp>
      <p:sp>
        <p:nvSpPr>
          <p:cNvPr id="11" name="">
            <a:extLst xmlns:a="http://schemas.openxmlformats.org/drawingml/2006/main">
              <a:ext uri="{FF2B5EF4-FFF2-40B4-BE49-F238E27FC236}">
                <a16:creationId xmlns:a16="http://schemas.microsoft.com/office/drawing/2014/main" id="{C6A4AE36-B5CF-4478-BE75-32F92A7A5CD8}"/>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Typed evidence and findings</a:t>
            </a:r>
          </a:p>
        </p:txBody>
      </p:sp>
      <p:sp>
        <p:nvSpPr>
          <p:cNvPr id="12" name="">
            <a:extLst xmlns:a="http://schemas.openxmlformats.org/drawingml/2006/main">
              <a:ext uri="{FF2B5EF4-FFF2-40B4-BE49-F238E27FC236}">
                <a16:creationId xmlns:a16="http://schemas.microsoft.com/office/drawing/2014/main" id="{055C91A9-4297-4C1C-8F5B-ABE139D4B6DA}"/>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44049275-22EB-4685-8273-3E40926AA173}"/>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ROLE</a:t>
            </a:r>
          </a:p>
        </p:txBody>
      </p:sp>
      <p:sp>
        <p:nvSpPr>
          <p:cNvPr id="14" name="">
            <a:extLst xmlns:a="http://schemas.openxmlformats.org/drawingml/2006/main">
              <a:ext uri="{FF2B5EF4-FFF2-40B4-BE49-F238E27FC236}">
                <a16:creationId xmlns:a16="http://schemas.microsoft.com/office/drawing/2014/main" id="{947AA111-5512-4B79-B0DF-F16738DAAC38}"/>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Owned question + method</a:t>
            </a:r>
          </a:p>
        </p:txBody>
      </p:sp>
      <p:sp>
        <p:nvSpPr>
          <p:cNvPr id="15" name="">
            <a:extLst xmlns:a="http://schemas.openxmlformats.org/drawingml/2006/main">
              <a:ext uri="{FF2B5EF4-FFF2-40B4-BE49-F238E27FC236}">
                <a16:creationId xmlns:a16="http://schemas.microsoft.com/office/drawing/2014/main" id="{E8FD2BA2-A954-4978-8095-09A612F75006}"/>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E3507EFC-438A-448D-B4F2-D503931D01C8}"/>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4AFA73F7-44E1-48A1-80AB-93EEDBB51727}"/>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10404E37-DD54-4E1B-8FB6-51B8D8B2BF31}"/>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99D14F8A-BC1E-4713-B712-BB07BA13C374}"/>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21BEBA6E-0DF4-46EA-9120-EAD1FB7EA85F}"/>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04  •  CODE REVIEW HARNESS</a:t>
            </a:r>
          </a:p>
        </p:txBody>
      </p:sp>
      <p:sp>
        <p:nvSpPr>
          <p:cNvPr id="21" name="">
            <a:extLst xmlns:a="http://schemas.openxmlformats.org/drawingml/2006/main">
              <a:ext uri="{FF2B5EF4-FFF2-40B4-BE49-F238E27FC236}">
                <a16:creationId xmlns:a16="http://schemas.microsoft.com/office/drawing/2014/main" id="{BF9A59B9-B3DC-4C49-A11F-2EF1C17AD565}"/>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1010162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A62D25E-3CDE-468B-A69D-A0DF794B7520}"/>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EB9FE5E2-D774-4BD9-A901-0B47DBC4B9A9}"/>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192FE0F7-C3AA-4F93-B81D-D60735F9430E}"/>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A489A87D-413D-4327-A4EC-3D2EE9F02F8A}"/>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7D2DF560-B755-4A7B-8E53-E8DFCE9DD7E8}"/>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Universal contract</a:t>
            </a:r>
          </a:p>
        </p:txBody>
      </p:sp>
      <p:sp>
        <p:nvSpPr>
          <p:cNvPr id="6" name="">
            <a:extLst xmlns:a="http://schemas.openxmlformats.org/drawingml/2006/main">
              <a:ext uri="{FF2B5EF4-FFF2-40B4-BE49-F238E27FC236}">
                <a16:creationId xmlns:a16="http://schemas.microsoft.com/office/drawing/2014/main" id="{12EB4540-25E1-4034-881E-791E05A9F733}"/>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56C9DA3E-376E-41D1-A017-F2F038054D41}"/>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9F95E6BF-AFA1-4F18-BE1F-8ACDFB972088}"/>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FB74BDC5-9176-40D1-BE99-7F856351B199}"/>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646D7A8F-F8FC-478B-9B76-A9925DD6B1A8}"/>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Layer contract</a:t>
            </a:r>
          </a:p>
        </p:txBody>
      </p:sp>
      <p:sp>
        <p:nvSpPr>
          <p:cNvPr id="11" name="">
            <a:extLst xmlns:a="http://schemas.openxmlformats.org/drawingml/2006/main">
              <a:ext uri="{FF2B5EF4-FFF2-40B4-BE49-F238E27FC236}">
                <a16:creationId xmlns:a16="http://schemas.microsoft.com/office/drawing/2014/main" id="{D4B9998E-B85E-42AA-B76E-E22BD2161D21}"/>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B347877E-DF53-4E48-8EC8-C4D61E1F6AC0}"/>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0BB621B7-7F47-4CED-A6BD-5B4B75E16985}"/>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A1C65489-0D91-446D-9EAE-A549D2EC7225}"/>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EDB34947-4494-48FE-8AD1-D1A1A8665DEC}"/>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Artifact contract</a:t>
            </a:r>
          </a:p>
        </p:txBody>
      </p:sp>
      <p:sp>
        <p:nvSpPr>
          <p:cNvPr id="16" name="">
            <a:extLst xmlns:a="http://schemas.openxmlformats.org/drawingml/2006/main">
              <a:ext uri="{FF2B5EF4-FFF2-40B4-BE49-F238E27FC236}">
                <a16:creationId xmlns:a16="http://schemas.microsoft.com/office/drawing/2014/main" id="{BF513018-0366-42B6-AA77-2B03240E8D44}"/>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AEEFDA1F-7B0F-401E-8B62-092DEC399828}"/>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418AB0B3-1BA3-4B7F-9C96-B35DDDC436D3}"/>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F1AC2A7C-3522-490F-9B04-445EE0BF3975}"/>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DA88CE7F-4577-4C72-A821-3BD3F6734E65}"/>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Role specification</a:t>
            </a:r>
          </a:p>
        </p:txBody>
      </p:sp>
      <p:sp>
        <p:nvSpPr>
          <p:cNvPr id="21" name="">
            <a:extLst xmlns:a="http://schemas.openxmlformats.org/drawingml/2006/main">
              <a:ext uri="{FF2B5EF4-FFF2-40B4-BE49-F238E27FC236}">
                <a16:creationId xmlns:a16="http://schemas.microsoft.com/office/drawing/2014/main" id="{8903F466-EAB2-4A06-A873-F41A773AB682}"/>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14FCBF54-BD3A-4437-896B-E23A78075B15}"/>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24867624-B0F8-4CC8-8CE8-9B272463B819}"/>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ECF4C24E-1450-48EF-8D83-85D1BC667349}"/>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CDC12982-6392-4AFF-8FD7-A73D6A2238FC}"/>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Prompt</a:t>
            </a:r>
          </a:p>
        </p:txBody>
      </p:sp>
      <p:sp>
        <p:nvSpPr>
          <p:cNvPr id="26" name="">
            <a:extLst xmlns:a="http://schemas.openxmlformats.org/drawingml/2006/main">
              <a:ext uri="{FF2B5EF4-FFF2-40B4-BE49-F238E27FC236}">
                <a16:creationId xmlns:a16="http://schemas.microsoft.com/office/drawing/2014/main" id="{1436616D-855F-4953-A41D-D19CC6C8EE34}"/>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4B9262E3-2928-426E-888F-9119A58FF79C}"/>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97597DD5-FB68-412E-91A1-10D40D942B42}"/>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04  •  CODE REVIEW HARNESS</a:t>
            </a:r>
          </a:p>
        </p:txBody>
      </p:sp>
      <p:sp>
        <p:nvSpPr>
          <p:cNvPr id="29" name="">
            <a:extLst xmlns:a="http://schemas.openxmlformats.org/drawingml/2006/main">
              <a:ext uri="{FF2B5EF4-FFF2-40B4-BE49-F238E27FC236}">
                <a16:creationId xmlns:a16="http://schemas.microsoft.com/office/drawing/2014/main" id="{56D8A9B2-4A21-47C1-AF83-7F1674EE88F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15091621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B118A3B-17EF-4488-850B-2C495DEAA9D9}"/>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53FF806A-8492-4536-9856-D851DFDD9D31}"/>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40C5DDF7-4617-4BBD-9BA3-3E68972CE53B}"/>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F21675B6-72A9-4435-8D31-DA3916511298}"/>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4488CD89-7D77-403E-B219-149191369592}"/>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Repair a flawed artifact without changing its evidence.</a:t>
            </a:r>
          </a:p>
        </p:txBody>
      </p:sp>
      <p:sp>
        <p:nvSpPr>
          <p:cNvPr id="6" name="">
            <a:extLst xmlns:a="http://schemas.openxmlformats.org/drawingml/2006/main">
              <a:ext uri="{FF2B5EF4-FFF2-40B4-BE49-F238E27FC236}">
                <a16:creationId xmlns:a16="http://schemas.microsoft.com/office/drawing/2014/main" id="{A0C20210-FD1E-4CAC-B2F2-CB947479E732}"/>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58B00233-3AFB-47F2-A2AC-0B10DFB31AB3}"/>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0716F4D0-2B6A-4032-962B-F1CA526AC70C}"/>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Find missing fields</a:t>
            </a:r>
          </a:p>
        </p:txBody>
      </p:sp>
      <p:sp>
        <p:nvSpPr>
          <p:cNvPr id="9" name="">
            <a:extLst xmlns:a="http://schemas.openxmlformats.org/drawingml/2006/main">
              <a:ext uri="{FF2B5EF4-FFF2-40B4-BE49-F238E27FC236}">
                <a16:creationId xmlns:a16="http://schemas.microsoft.com/office/drawing/2014/main" id="{F446F1CF-E17A-42DC-8AD3-BD36B0E203FE}"/>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02A64960-A246-4FCF-B125-458771BBCEB9}"/>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8CE09738-B5DA-4FD6-B4D6-D7E1CB0BD414}"/>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Find semantic violations</a:t>
            </a:r>
          </a:p>
        </p:txBody>
      </p:sp>
      <p:sp>
        <p:nvSpPr>
          <p:cNvPr id="12" name="">
            <a:extLst xmlns:a="http://schemas.openxmlformats.org/drawingml/2006/main">
              <a:ext uri="{FF2B5EF4-FFF2-40B4-BE49-F238E27FC236}">
                <a16:creationId xmlns:a16="http://schemas.microsoft.com/office/drawing/2014/main" id="{4739C45D-1073-4367-BFCA-F00132E25205}"/>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91045B7F-1AD7-4CDF-84E8-DE4840FD439C}"/>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2C832F11-E695-4C8A-9061-5B8EF1EF68B3}"/>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Validate the repair</a:t>
            </a:r>
          </a:p>
        </p:txBody>
      </p:sp>
      <p:sp>
        <p:nvSpPr>
          <p:cNvPr id="15" name="">
            <a:extLst xmlns:a="http://schemas.openxmlformats.org/drawingml/2006/main">
              <a:ext uri="{FF2B5EF4-FFF2-40B4-BE49-F238E27FC236}">
                <a16:creationId xmlns:a16="http://schemas.microsoft.com/office/drawing/2014/main" id="{4AF580C7-5B12-4E9A-9565-0C22353F3DB6}"/>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C6E262FF-DBC2-4717-B6D9-DB9AE7931291}"/>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364E3352-2F39-41A6-A096-1A39DA9B5A94}"/>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04  •  CODE REVIEW HARNESS</a:t>
            </a:r>
          </a:p>
        </p:txBody>
      </p:sp>
      <p:sp>
        <p:nvSpPr>
          <p:cNvPr id="18" name="">
            <a:extLst xmlns:a="http://schemas.openxmlformats.org/drawingml/2006/main">
              <a:ext uri="{FF2B5EF4-FFF2-40B4-BE49-F238E27FC236}">
                <a16:creationId xmlns:a16="http://schemas.microsoft.com/office/drawing/2014/main" id="{F97A473A-4719-4638-93FA-9CEBC35EBBCF}"/>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1828955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20C8DE3-4084-4D64-9578-8D650DE53456}"/>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CF4DB8EE-D75A-4890-BF14-17407EA78298}"/>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52FEA72B-D2E4-44E8-9428-B51A71DFC858}"/>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Translate contract obligations into explicit prompt clauses and output fields.</a:t>
            </a:r>
          </a:p>
        </p:txBody>
      </p:sp>
      <p:sp>
        <p:nvSpPr>
          <p:cNvPr id="4" name="">
            <a:extLst xmlns:a="http://schemas.openxmlformats.org/drawingml/2006/main">
              <a:ext uri="{FF2B5EF4-FFF2-40B4-BE49-F238E27FC236}">
                <a16:creationId xmlns:a16="http://schemas.microsoft.com/office/drawing/2014/main" id="{B4F244AA-4844-497C-AEB3-014BF7DC15A3}"/>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A1351F8E-9088-4528-ABDA-351656526E4C}"/>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DEA39B82-A040-4B1E-9DFC-E0E10A520E2D}"/>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Identity</a:t>
            </a:r>
          </a:p>
        </p:txBody>
      </p:sp>
      <p:sp>
        <p:nvSpPr>
          <p:cNvPr id="7" name="">
            <a:extLst xmlns:a="http://schemas.openxmlformats.org/drawingml/2006/main">
              <a:ext uri="{FF2B5EF4-FFF2-40B4-BE49-F238E27FC236}">
                <a16:creationId xmlns:a16="http://schemas.microsoft.com/office/drawing/2014/main" id="{BE26549A-92E7-415D-AB80-F41ECDF8E812}"/>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2EE91F2A-59E8-4FC5-90EB-368769CEC215}"/>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C6022A3B-AF55-42E3-9014-5C90CF4F3F1D}"/>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Execution</a:t>
            </a:r>
          </a:p>
        </p:txBody>
      </p:sp>
      <p:sp>
        <p:nvSpPr>
          <p:cNvPr id="10" name="">
            <a:extLst xmlns:a="http://schemas.openxmlformats.org/drawingml/2006/main">
              <a:ext uri="{FF2B5EF4-FFF2-40B4-BE49-F238E27FC236}">
                <a16:creationId xmlns:a16="http://schemas.microsoft.com/office/drawing/2014/main" id="{FD932BDE-252B-4416-8510-0739D00E054A}"/>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FFDC92B2-EE38-46EE-BD2C-580C9D39CFA6}"/>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0D74F28E-42A5-4BD0-913E-4FB3ABABE565}"/>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Scope</a:t>
            </a:r>
          </a:p>
        </p:txBody>
      </p:sp>
      <p:sp>
        <p:nvSpPr>
          <p:cNvPr id="13" name="">
            <a:extLst xmlns:a="http://schemas.openxmlformats.org/drawingml/2006/main">
              <a:ext uri="{FF2B5EF4-FFF2-40B4-BE49-F238E27FC236}">
                <a16:creationId xmlns:a16="http://schemas.microsoft.com/office/drawing/2014/main" id="{326C1821-8660-4E2E-B509-A5AFA3B33648}"/>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98ACBBC3-CC4D-441B-B2E6-2114FE0CAE10}"/>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7EF9A1C6-9A54-4A6D-8396-777695C63DC0}"/>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Evidence</a:t>
            </a:r>
          </a:p>
        </p:txBody>
      </p:sp>
      <p:sp>
        <p:nvSpPr>
          <p:cNvPr id="16" name="">
            <a:extLst xmlns:a="http://schemas.openxmlformats.org/drawingml/2006/main">
              <a:ext uri="{FF2B5EF4-FFF2-40B4-BE49-F238E27FC236}">
                <a16:creationId xmlns:a16="http://schemas.microsoft.com/office/drawing/2014/main" id="{5875404A-4020-4CFB-B763-ECAF11D5C571}"/>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DBD9E6E6-761F-48B0-8CD7-6C22471426F3}"/>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B897D160-D8AD-49DA-BF62-63A311F37DD4}"/>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Confidence</a:t>
            </a:r>
          </a:p>
        </p:txBody>
      </p:sp>
      <p:sp>
        <p:nvSpPr>
          <p:cNvPr id="19" name="">
            <a:extLst xmlns:a="http://schemas.openxmlformats.org/drawingml/2006/main">
              <a:ext uri="{FF2B5EF4-FFF2-40B4-BE49-F238E27FC236}">
                <a16:creationId xmlns:a16="http://schemas.microsoft.com/office/drawing/2014/main" id="{AB432095-B1B6-481D-BDFB-9C86FE12A1C1}"/>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50ACBCAA-2BD1-44D1-AA8C-20632C87E628}"/>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75A2B76E-D7B7-4C81-8C53-A9FE1F2F9386}"/>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Consumers</a:t>
            </a:r>
          </a:p>
        </p:txBody>
      </p:sp>
      <p:sp>
        <p:nvSpPr>
          <p:cNvPr id="22" name="">
            <a:extLst xmlns:a="http://schemas.openxmlformats.org/drawingml/2006/main">
              <a:ext uri="{FF2B5EF4-FFF2-40B4-BE49-F238E27FC236}">
                <a16:creationId xmlns:a16="http://schemas.microsoft.com/office/drawing/2014/main" id="{15B1038D-4272-4468-BEE3-E001DF9A8769}"/>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EE1FC935-8E43-4CB1-88D4-C4878E547979}"/>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04  •  CODE REVIEW HARNESS</a:t>
            </a:r>
          </a:p>
        </p:txBody>
      </p:sp>
      <p:sp>
        <p:nvSpPr>
          <p:cNvPr id="24" name="">
            <a:extLst xmlns:a="http://schemas.openxmlformats.org/drawingml/2006/main">
              <a:ext uri="{FF2B5EF4-FFF2-40B4-BE49-F238E27FC236}">
                <a16:creationId xmlns:a16="http://schemas.microsoft.com/office/drawing/2014/main" id="{60F81704-875A-42C1-82EE-ACD51957F9B4}"/>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928905295"/>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A3E747-4D86-4011-9AD5-D2E109527AE4}"/>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04  •  EXIT TICKET</a:t>
            </a:r>
          </a:p>
        </p:txBody>
      </p:sp>
      <p:sp>
        <p:nvSpPr>
          <p:cNvPr id="2" name="">
            <a:extLst xmlns:a="http://schemas.openxmlformats.org/drawingml/2006/main">
              <a:ext uri="{FF2B5EF4-FFF2-40B4-BE49-F238E27FC236}">
                <a16:creationId xmlns:a16="http://schemas.microsoft.com/office/drawing/2014/main" id="{667FB80F-29FA-4C9C-8255-A155892520C2}"/>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Explain why a role prompt cannot override the universal contract.</a:t>
            </a:r>
          </a:p>
        </p:txBody>
      </p:sp>
      <p:sp>
        <p:nvSpPr>
          <p:cNvPr id="3" name="">
            <a:extLst xmlns:a="http://schemas.openxmlformats.org/drawingml/2006/main">
              <a:ext uri="{FF2B5EF4-FFF2-40B4-BE49-F238E27FC236}">
                <a16:creationId xmlns:a16="http://schemas.microsoft.com/office/drawing/2014/main" id="{08EFC8DB-FF0B-4293-81F6-2B74FEC303CB}"/>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29299C03-78EB-441B-93BE-521ACC69384C}"/>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DC37337D-4DA7-428B-A9DD-797049A270AE}"/>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05</a:t>
            </a:r>
          </a:p>
        </p:txBody>
      </p:sp>
    </p:spTree>
    <p:extLst>
      <p:ext uri="{BB962C8B-B14F-4D97-AF65-F5344CB8AC3E}">
        <p14:creationId xmlns:p14="http://schemas.microsoft.com/office/powerpoint/2010/main" val="8557871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2026-07-30T15:54:36.0570000Z</dcterms:created>
  <dcterms:modified xsi:type="dcterms:W3CDTF">2026-07-30T15:54:36.0570000Z</dcterms:modified>
</coreProperties>
</file>