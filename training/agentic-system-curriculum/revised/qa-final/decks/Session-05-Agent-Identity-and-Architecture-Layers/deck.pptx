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dd9999b0bc4395" /><Relationship Type="http://schemas.openxmlformats.org/officeDocument/2006/relationships/extended-properties" Target="/docProps/app.xml" Id="R76404eb951e94aa9" /><Relationship Type="http://schemas.openxmlformats.org/officeDocument/2006/relationships/officeDocument" Target="/ppt/presentation.xml" Id="R33c3c1e64f2c41fa" /></Relationships>
</file>

<file path=ppt/presentation.xml><?xml version="1.0" encoding="utf-8"?>
<p:presentation xmlns:p="http://schemas.openxmlformats.org/presentationml/2006/main">
  <p:sldMasterIdLst>
    <p:sldMasterId xmlns:r="http://schemas.openxmlformats.org/officeDocument/2006/relationships" id="2147483648" r:id="Ra28bbb4cecdf4115"/>
  </p:sldMasterIdLst>
  <p:notesMasterIdLst>
    <p:notesMasterId xmlns:r="http://schemas.openxmlformats.org/officeDocument/2006/relationships" r:id="R1ae6d21367b549f2"/>
  </p:notesMasterIdLst>
  <p:sldIdLst>
    <p:sldId xmlns:r="http://schemas.openxmlformats.org/officeDocument/2006/relationships" id="256" r:id="R7237feb4b4804cd1"/>
    <p:sldId xmlns:r="http://schemas.openxmlformats.org/officeDocument/2006/relationships" id="257" r:id="R9fdbfbe8034b4b47"/>
    <p:sldId xmlns:r="http://schemas.openxmlformats.org/officeDocument/2006/relationships" id="258" r:id="R8725d780729d4b0f"/>
    <p:sldId xmlns:r="http://schemas.openxmlformats.org/officeDocument/2006/relationships" id="259" r:id="R59105db6e1fc46a5"/>
    <p:sldId xmlns:r="http://schemas.openxmlformats.org/officeDocument/2006/relationships" id="260" r:id="R96ba4059bc104d1b"/>
    <p:sldId xmlns:r="http://schemas.openxmlformats.org/officeDocument/2006/relationships" id="261" r:id="R6ca49a903ac942f9"/>
    <p:sldId xmlns:r="http://schemas.openxmlformats.org/officeDocument/2006/relationships" id="262" r:id="R69b711122b3245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90f94936844990" /><Relationship Type="http://schemas.openxmlformats.org/officeDocument/2006/relationships/slideMaster" Target="/ppt/slideMasters/slideMaster1.xml" Id="Ra28bbb4cecdf4115" /><Relationship Type="http://schemas.openxmlformats.org/officeDocument/2006/relationships/notesMaster" Target="/ppt/notesMasters/notesMaster1.xml" Id="R1ae6d21367b549f2" /><Relationship Type="http://schemas.openxmlformats.org/officeDocument/2006/relationships/presProps" Target="/ppt/presProps.xml" Id="R684541a758ed4dcd" /><Relationship Type="http://schemas.openxmlformats.org/officeDocument/2006/relationships/tableStyles" Target="/ppt/tableStyles.xml" Id="R737c023d277c495d" /><Relationship Type="http://schemas.openxmlformats.org/officeDocument/2006/relationships/slide" Target="/ppt/slides/slide1.xml" Id="R7237feb4b4804cd1" /><Relationship Type="http://schemas.openxmlformats.org/officeDocument/2006/relationships/slide" Target="/ppt/slides/slide2.xml" Id="R9fdbfbe8034b4b47" /><Relationship Type="http://schemas.openxmlformats.org/officeDocument/2006/relationships/slide" Target="/ppt/slides/slide3.xml" Id="R8725d780729d4b0f" /><Relationship Type="http://schemas.openxmlformats.org/officeDocument/2006/relationships/slide" Target="/ppt/slides/slide4.xml" Id="R59105db6e1fc46a5" /><Relationship Type="http://schemas.openxmlformats.org/officeDocument/2006/relationships/slide" Target="/ppt/slides/slide5.xml" Id="R96ba4059bc104d1b" /><Relationship Type="http://schemas.openxmlformats.org/officeDocument/2006/relationships/slide" Target="/ppt/slides/slide6.xml" Id="R6ca49a903ac942f9" /><Relationship Type="http://schemas.openxmlformats.org/officeDocument/2006/relationships/slide" Target="/ppt/slides/slide7.xml" Id="R69b711122b3245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b849d734c142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789d3c4e3d4f5e" /><Relationship Type="http://schemas.openxmlformats.org/officeDocument/2006/relationships/notesMaster" Target="/ppt/notesMasters/notesMaster1.xml" Id="R9fce5fd947c140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afe3929f274792" /><Relationship Type="http://schemas.openxmlformats.org/officeDocument/2006/relationships/notesMaster" Target="/ppt/notesMasters/notesMaster1.xml" Id="R685cf8b553c645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9e935404224cb5" /><Relationship Type="http://schemas.openxmlformats.org/officeDocument/2006/relationships/notesMaster" Target="/ppt/notesMasters/notesMaster1.xml" Id="Red22c49dbb5e4c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58cbd490e144dd" /><Relationship Type="http://schemas.openxmlformats.org/officeDocument/2006/relationships/notesMaster" Target="/ppt/notesMasters/notesMaster1.xml" Id="Raf867cd6586143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6690c6ee7b478a" /><Relationship Type="http://schemas.openxmlformats.org/officeDocument/2006/relationships/notesMaster" Target="/ppt/notesMasters/notesMaster1.xml" Id="R046b0a1c06f142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f156a6694e416a" /><Relationship Type="http://schemas.openxmlformats.org/officeDocument/2006/relationships/notesMaster" Target="/ppt/notesMasters/notesMaster1.xml" Id="R0395c6a22bc740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6f1efaa6bd4c83" /><Relationship Type="http://schemas.openxmlformats.org/officeDocument/2006/relationships/notesMaster" Target="/ppt/notesMasters/notesMaster1.xml" Id="R8acefa9e306c42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234714e75d45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4640c8c4f64d2d" /><Relationship Type="http://schemas.openxmlformats.org/officeDocument/2006/relationships/slideLayout" Target="/ppt/slideLayouts/slideLayout1.xml" Id="Ra42f62fb85aa4d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2f62fb85aa4d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235d1af24a4c32" /><Relationship Type="http://schemas.openxmlformats.org/officeDocument/2006/relationships/notesSlide" Target="/ppt/notesSlides/notesSlide1.xml" Id="R8e51aaf7e1514e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e8ec531aa948ba" /><Relationship Type="http://schemas.openxmlformats.org/officeDocument/2006/relationships/notesSlide" Target="/ppt/notesSlides/notesSlide2.xml" Id="Rcc7c1cc3353f47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cd090cb3a24a1f" /><Relationship Type="http://schemas.openxmlformats.org/officeDocument/2006/relationships/notesSlide" Target="/ppt/notesSlides/notesSlide3.xml" Id="R79d1c955f53f4f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b4560130074c84" /><Relationship Type="http://schemas.openxmlformats.org/officeDocument/2006/relationships/notesSlide" Target="/ppt/notesSlides/notesSlide4.xml" Id="R37a01f49e38341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c83e2903ad46e1" /><Relationship Type="http://schemas.openxmlformats.org/officeDocument/2006/relationships/notesSlide" Target="/ppt/notesSlides/notesSlide5.xml" Id="R0b43c60aeeaf4a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3a20513515484f" /><Relationship Type="http://schemas.openxmlformats.org/officeDocument/2006/relationships/notesSlide" Target="/ppt/notesSlides/notesSlide6.xml" Id="Rc5acf101e67a44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02abf08b3b4dcd" /><Relationship Type="http://schemas.openxmlformats.org/officeDocument/2006/relationships/notesSlide" Target="/ppt/notesSlides/notesSlide7.xml" Id="Rf8f13544509641f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2EFBF03-DE18-42E6-913C-F5A867B27D12}"/>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E04550AD-E4F9-454B-8746-7A62A4D33897}"/>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65BC8CB4-1698-4165-A713-747F099EC2DD}"/>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05</a:t>
            </a:r>
          </a:p>
        </p:txBody>
      </p:sp>
      <p:sp>
        <p:nvSpPr>
          <p:cNvPr id="4" name="">
            <a:extLst xmlns:a="http://schemas.openxmlformats.org/drawingml/2006/main">
              <a:ext uri="{FF2B5EF4-FFF2-40B4-BE49-F238E27FC236}">
                <a16:creationId xmlns:a16="http://schemas.microsoft.com/office/drawing/2014/main" id="{D9409694-282A-4679-B79A-BEFFE5090534}"/>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Agent Identity and Architecture Layers</a:t>
            </a:r>
          </a:p>
        </p:txBody>
      </p:sp>
      <p:sp>
        <p:nvSpPr>
          <p:cNvPr id="5" name="">
            <a:extLst xmlns:a="http://schemas.openxmlformats.org/drawingml/2006/main">
              <a:ext uri="{FF2B5EF4-FFF2-40B4-BE49-F238E27FC236}">
                <a16:creationId xmlns:a16="http://schemas.microsoft.com/office/drawing/2014/main" id="{0F64E1C4-A334-46D9-B28B-3807856C4256}"/>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Which agent should answer which question?</a:t>
            </a:r>
          </a:p>
        </p:txBody>
      </p:sp>
      <p:sp>
        <p:nvSpPr>
          <p:cNvPr id="6" name="">
            <a:extLst xmlns:a="http://schemas.openxmlformats.org/drawingml/2006/main">
              <a:ext uri="{FF2B5EF4-FFF2-40B4-BE49-F238E27FC236}">
                <a16:creationId xmlns:a16="http://schemas.microsoft.com/office/drawing/2014/main" id="{9E87606B-7761-48F9-ADAA-DFCDDBC5C2C8}"/>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1CE76B88-0694-4C50-B0B9-AB0E269A5C4F}"/>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05</a:t>
            </a:r>
          </a:p>
        </p:txBody>
      </p:sp>
      <p:sp>
        <p:nvSpPr>
          <p:cNvPr id="8" name="">
            <a:extLst xmlns:a="http://schemas.openxmlformats.org/drawingml/2006/main">
              <a:ext uri="{FF2B5EF4-FFF2-40B4-BE49-F238E27FC236}">
                <a16:creationId xmlns:a16="http://schemas.microsoft.com/office/drawing/2014/main" id="{C7E1DBBE-6F9D-4CF0-B65D-4780959678E7}"/>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A4F5EE24-0C88-49A9-95E3-2846F802D376}"/>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3543624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03F348E-30F5-4B98-AC67-3A16DFB213B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5 OUTCOMES</a:t>
            </a:r>
          </a:p>
        </p:txBody>
      </p:sp>
      <p:sp>
        <p:nvSpPr>
          <p:cNvPr id="2" name="">
            <a:extLst xmlns:a="http://schemas.openxmlformats.org/drawingml/2006/main">
              <a:ext uri="{FF2B5EF4-FFF2-40B4-BE49-F238E27FC236}">
                <a16:creationId xmlns:a16="http://schemas.microsoft.com/office/drawing/2014/main" id="{60FD5455-6073-476F-BC25-1770CA0AD9B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829DD862-8277-48FF-9F24-B76217352760}"/>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DCD77BFC-4492-42A8-A2E0-A86173A982BF}"/>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4940A8A0-ECF1-4DBD-B310-EBC44A6C771B}"/>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Navigate all six catalog layers</a:t>
            </a:r>
          </a:p>
        </p:txBody>
      </p:sp>
      <p:sp>
        <p:nvSpPr>
          <p:cNvPr id="6" name="">
            <a:extLst xmlns:a="http://schemas.openxmlformats.org/drawingml/2006/main">
              <a:ext uri="{FF2B5EF4-FFF2-40B4-BE49-F238E27FC236}">
                <a16:creationId xmlns:a16="http://schemas.microsoft.com/office/drawing/2014/main" id="{3017ED88-E911-4DD7-B68F-A0C9CA97BAB3}"/>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0C8A0B4B-835B-44BD-B541-1DFC7479F080}"/>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962A2E44-4D43-48BA-9AAC-13F25342E914}"/>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Use canonical identity and status</a:t>
            </a:r>
          </a:p>
        </p:txBody>
      </p:sp>
      <p:sp>
        <p:nvSpPr>
          <p:cNvPr id="9" name="">
            <a:extLst xmlns:a="http://schemas.openxmlformats.org/drawingml/2006/main">
              <a:ext uri="{FF2B5EF4-FFF2-40B4-BE49-F238E27FC236}">
                <a16:creationId xmlns:a16="http://schemas.microsoft.com/office/drawing/2014/main" id="{794AD210-FC8C-4562-A0D5-F11414FA5869}"/>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ADC6DE52-61B7-4ED5-B72E-397995876CBB}"/>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11692D70-5BAB-4A93-8516-A10219F58C57}"/>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Route work to the narrowest authoritative agent</a:t>
            </a:r>
          </a:p>
        </p:txBody>
      </p:sp>
      <p:sp>
        <p:nvSpPr>
          <p:cNvPr id="12" name="">
            <a:extLst xmlns:a="http://schemas.openxmlformats.org/drawingml/2006/main">
              <a:ext uri="{FF2B5EF4-FFF2-40B4-BE49-F238E27FC236}">
                <a16:creationId xmlns:a16="http://schemas.microsoft.com/office/drawing/2014/main" id="{A149FB9F-F9E6-4C12-B280-CCD2801F56FE}"/>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487171C8-B4AA-430F-B4D2-CECF7F0CE975}"/>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4D04040C-8219-4042-862C-F0A054BBA790}"/>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E6D09600-A062-4999-8C87-ACC221A3A20D}"/>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2B8F93A0-8A2E-433B-96BC-2453F7022E4B}"/>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F01142A2-FCAB-40F3-8EC5-96180DD72E9C}"/>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FD0FB5A8-4D37-4428-A7AD-5DF21793B27F}"/>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7A0917B8-AD48-4C3A-8B5D-861E6D93BD35}"/>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43DC40F8-0D68-4CAE-8D36-73FA43F97C8B}"/>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90799064-19DD-4AC1-AF6D-22111B355862}"/>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CCB218D5-CF57-4527-B04B-1EB5EFF16A02}"/>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005F02A2-3D39-4458-AC0D-62AE1EC36E10}"/>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233FB04E-3A8A-4996-8783-A661DB4BB21B}"/>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C3A54AC5-FCE3-475D-BA70-3B17B55F3D59}"/>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726A5B34-4B20-47E8-A39C-4E6ACEC03073}"/>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C81BC0C7-D904-4D39-B9BD-CA9103D95FA0}"/>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526D3288-6A3A-4C24-B816-495101E8F3D0}"/>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7D125273-5610-4B58-AC8A-320CE9ACCDA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30" name="">
            <a:extLst xmlns:a="http://schemas.openxmlformats.org/drawingml/2006/main">
              <a:ext uri="{FF2B5EF4-FFF2-40B4-BE49-F238E27FC236}">
                <a16:creationId xmlns:a16="http://schemas.microsoft.com/office/drawing/2014/main" id="{A8C7564C-068C-42FE-A873-6ECD269509E9}"/>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000113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B965468-C60E-4BBC-90E4-7261B81E1A8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3FDE6595-F129-4FAB-AC7E-AC851F1727E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EF57B7EE-42BD-46AF-8792-292CA7A6CEDD}"/>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20ACAC9D-D5D0-48C0-A4B4-F2C0588A787E}"/>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SPECIALIST</a:t>
            </a:r>
          </a:p>
        </p:txBody>
      </p:sp>
      <p:sp>
        <p:nvSpPr>
          <p:cNvPr id="5" name="">
            <a:extLst xmlns:a="http://schemas.openxmlformats.org/drawingml/2006/main">
              <a:ext uri="{FF2B5EF4-FFF2-40B4-BE49-F238E27FC236}">
                <a16:creationId xmlns:a16="http://schemas.microsoft.com/office/drawing/2014/main" id="{E80ED4CF-68A2-469B-9AE3-CA92B3328F24}"/>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22 bounded reviewers</a:t>
            </a:r>
          </a:p>
        </p:txBody>
      </p:sp>
      <p:sp>
        <p:nvSpPr>
          <p:cNvPr id="6" name="">
            <a:extLst xmlns:a="http://schemas.openxmlformats.org/drawingml/2006/main">
              <a:ext uri="{FF2B5EF4-FFF2-40B4-BE49-F238E27FC236}">
                <a16:creationId xmlns:a16="http://schemas.microsoft.com/office/drawing/2014/main" id="{9C2502AA-F38C-4A37-A77C-21705658E115}"/>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8BCA3EFB-1315-4907-AE2A-6A3B7C591E1F}"/>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PRODUCT</a:t>
            </a:r>
          </a:p>
        </p:txBody>
      </p:sp>
      <p:sp>
        <p:nvSpPr>
          <p:cNvPr id="8" name="">
            <a:extLst xmlns:a="http://schemas.openxmlformats.org/drawingml/2006/main">
              <a:ext uri="{FF2B5EF4-FFF2-40B4-BE49-F238E27FC236}">
                <a16:creationId xmlns:a16="http://schemas.microsoft.com/office/drawing/2014/main" id="{F652A170-69B9-466F-B472-836CCA4DF5CB}"/>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4 product synthesizers</a:t>
            </a:r>
          </a:p>
        </p:txBody>
      </p:sp>
      <p:sp>
        <p:nvSpPr>
          <p:cNvPr id="9" name="">
            <a:extLst xmlns:a="http://schemas.openxmlformats.org/drawingml/2006/main">
              <a:ext uri="{FF2B5EF4-FFF2-40B4-BE49-F238E27FC236}">
                <a16:creationId xmlns:a16="http://schemas.microsoft.com/office/drawing/2014/main" id="{9A404A90-336A-4E93-B011-D60AAF60123E}"/>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78E87729-B2ED-4431-9990-786D6481C333}"/>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CAPABILITY</a:t>
            </a:r>
          </a:p>
        </p:txBody>
      </p:sp>
      <p:sp>
        <p:nvSpPr>
          <p:cNvPr id="11" name="">
            <a:extLst xmlns:a="http://schemas.openxmlformats.org/drawingml/2006/main">
              <a:ext uri="{FF2B5EF4-FFF2-40B4-BE49-F238E27FC236}">
                <a16:creationId xmlns:a16="http://schemas.microsoft.com/office/drawing/2014/main" id="{605F65DD-1139-4597-B4BC-5689A99479F8}"/>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11 cross-product roles</a:t>
            </a:r>
          </a:p>
        </p:txBody>
      </p:sp>
      <p:sp>
        <p:nvSpPr>
          <p:cNvPr id="12" name="">
            <a:extLst xmlns:a="http://schemas.openxmlformats.org/drawingml/2006/main">
              <a:ext uri="{FF2B5EF4-FFF2-40B4-BE49-F238E27FC236}">
                <a16:creationId xmlns:a16="http://schemas.microsoft.com/office/drawing/2014/main" id="{4BF20293-1370-49E6-8FC5-7F4B30813D59}"/>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45B693C0-C366-43F0-91A0-B43F8E8F3C5D}"/>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ENTERPRISE</a:t>
            </a:r>
          </a:p>
        </p:txBody>
      </p:sp>
      <p:sp>
        <p:nvSpPr>
          <p:cNvPr id="14" name="">
            <a:extLst xmlns:a="http://schemas.openxmlformats.org/drawingml/2006/main">
              <a:ext uri="{FF2B5EF4-FFF2-40B4-BE49-F238E27FC236}">
                <a16:creationId xmlns:a16="http://schemas.microsoft.com/office/drawing/2014/main" id="{AE621616-CBE3-430B-B2D2-60ED4DF69CA2}"/>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12 system-of-systems roles</a:t>
            </a:r>
          </a:p>
        </p:txBody>
      </p:sp>
      <p:sp>
        <p:nvSpPr>
          <p:cNvPr id="15" name="">
            <a:extLst xmlns:a="http://schemas.openxmlformats.org/drawingml/2006/main">
              <a:ext uri="{FF2B5EF4-FFF2-40B4-BE49-F238E27FC236}">
                <a16:creationId xmlns:a16="http://schemas.microsoft.com/office/drawing/2014/main" id="{6E1993A0-958C-4BB1-8AC2-244A366644BE}"/>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E09117CA-25B9-47B3-9303-92469090DBF9}"/>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4A8A48C8-700A-46BD-8367-196C12B34075}"/>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CF363D58-9FFD-4B44-915B-3E2D98805F9E}"/>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4BD73120-B8EF-40E2-8FC3-DCDD3150B006}"/>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ACBA2EF4-EBE2-4F3B-81F2-63AD285323E8}"/>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21" name="">
            <a:extLst xmlns:a="http://schemas.openxmlformats.org/drawingml/2006/main">
              <a:ext uri="{FF2B5EF4-FFF2-40B4-BE49-F238E27FC236}">
                <a16:creationId xmlns:a16="http://schemas.microsoft.com/office/drawing/2014/main" id="{42269F06-3EC7-407B-9DE8-1D91088F65C7}"/>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1432920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092AD4B-E054-4ABE-9D01-B36805B48933}"/>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DB85EB66-EF9D-46DA-80D6-156AFA01670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B8EB95CC-A3A9-4BFA-AC04-743404C2C63C}"/>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15E1D2F7-ECF0-42E5-9BDD-57B198DE6A93}"/>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7852F82A-D0DA-4118-B724-C0DC263F5DEB}"/>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Question</a:t>
            </a:r>
          </a:p>
        </p:txBody>
      </p:sp>
      <p:sp>
        <p:nvSpPr>
          <p:cNvPr id="6" name="">
            <a:extLst xmlns:a="http://schemas.openxmlformats.org/drawingml/2006/main">
              <a:ext uri="{FF2B5EF4-FFF2-40B4-BE49-F238E27FC236}">
                <a16:creationId xmlns:a16="http://schemas.microsoft.com/office/drawing/2014/main" id="{64E5F6A2-C9FB-48A8-B0C6-92FA06B0A9FF}"/>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A8F1C338-B55F-41D6-B371-98ED18FE34A1}"/>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B5F1C31C-7D9E-4B48-BABD-0E53A99518C0}"/>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696AEAD6-9A36-4C80-8F92-4488A69C20B6}"/>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2AF49646-1BAE-4856-89FF-AF789C6B6AD0}"/>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Authoritative owner</a:t>
            </a:r>
          </a:p>
        </p:txBody>
      </p:sp>
      <p:sp>
        <p:nvSpPr>
          <p:cNvPr id="11" name="">
            <a:extLst xmlns:a="http://schemas.openxmlformats.org/drawingml/2006/main">
              <a:ext uri="{FF2B5EF4-FFF2-40B4-BE49-F238E27FC236}">
                <a16:creationId xmlns:a16="http://schemas.microsoft.com/office/drawing/2014/main" id="{E22C89C6-2037-4DF7-961D-72B45819EE81}"/>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0B6807BC-1611-432E-8CBA-C20CB6604847}"/>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4B230223-A6F0-4E70-86FC-28A84EE7DDDD}"/>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958B6F8C-CC74-4647-95E5-520011CACECC}"/>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6C1164C7-A1B4-44BF-92D7-1AD15955E0E2}"/>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Layer</a:t>
            </a:r>
          </a:p>
        </p:txBody>
      </p:sp>
      <p:sp>
        <p:nvSpPr>
          <p:cNvPr id="16" name="">
            <a:extLst xmlns:a="http://schemas.openxmlformats.org/drawingml/2006/main">
              <a:ext uri="{FF2B5EF4-FFF2-40B4-BE49-F238E27FC236}">
                <a16:creationId xmlns:a16="http://schemas.microsoft.com/office/drawing/2014/main" id="{B0FFDBBD-4874-4324-A022-55D661B72152}"/>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09C3B5C9-735F-4E0F-B202-024E6926FE14}"/>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2352225C-4011-40C1-8513-919916F71BEB}"/>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1531A617-49AE-4714-9902-003394B0A0A1}"/>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73CFE67E-EBBE-4D14-8733-07C11D2B542A}"/>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Status</a:t>
            </a:r>
          </a:p>
        </p:txBody>
      </p:sp>
      <p:sp>
        <p:nvSpPr>
          <p:cNvPr id="21" name="">
            <a:extLst xmlns:a="http://schemas.openxmlformats.org/drawingml/2006/main">
              <a:ext uri="{FF2B5EF4-FFF2-40B4-BE49-F238E27FC236}">
                <a16:creationId xmlns:a16="http://schemas.microsoft.com/office/drawing/2014/main" id="{5B68C0A5-A0EE-46D8-9947-FD09324D55EF}"/>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D0888571-A7D8-4070-95FD-4BF996BD9722}"/>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DC6CC4A0-783C-4BD7-843B-8A56D117D582}"/>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F512600B-2BD9-42B6-9BF3-EAC1523D2DEF}"/>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E262FC75-8E9B-4709-80EC-7E896F60EAA2}"/>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Consumer</a:t>
            </a:r>
          </a:p>
        </p:txBody>
      </p:sp>
      <p:sp>
        <p:nvSpPr>
          <p:cNvPr id="26" name="">
            <a:extLst xmlns:a="http://schemas.openxmlformats.org/drawingml/2006/main">
              <a:ext uri="{FF2B5EF4-FFF2-40B4-BE49-F238E27FC236}">
                <a16:creationId xmlns:a16="http://schemas.microsoft.com/office/drawing/2014/main" id="{5307B74C-7FFB-48DA-903B-BE80FDF4BCA9}"/>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66BAAD92-BE7F-4930-8376-9133F7EFFF29}"/>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AF18FA8F-252F-496D-A617-ED4D51DA2B41}"/>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29" name="">
            <a:extLst xmlns:a="http://schemas.openxmlformats.org/drawingml/2006/main">
              <a:ext uri="{FF2B5EF4-FFF2-40B4-BE49-F238E27FC236}">
                <a16:creationId xmlns:a16="http://schemas.microsoft.com/office/drawing/2014/main" id="{00E2BC76-6107-46F8-AE68-B6B3F2B84A7F}"/>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9241471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33D3C69-E7FB-4BA6-886D-DA33635AC51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3ED5EE67-8093-4B23-A201-DA96E5AB4D9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ACD7C4F1-7929-4634-A84D-0F551A2319CC}"/>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19A5AAD5-4259-447F-8F8A-72098B86B67C}"/>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0B6A9B5D-C100-4A91-B33A-74B9E1ED4D52}"/>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Route twelve questions and name one tempting wrong agent for each.</a:t>
            </a:r>
          </a:p>
        </p:txBody>
      </p:sp>
      <p:sp>
        <p:nvSpPr>
          <p:cNvPr id="6" name="">
            <a:extLst xmlns:a="http://schemas.openxmlformats.org/drawingml/2006/main">
              <a:ext uri="{FF2B5EF4-FFF2-40B4-BE49-F238E27FC236}">
                <a16:creationId xmlns:a16="http://schemas.microsoft.com/office/drawing/2014/main" id="{6DE34C6B-CF5D-46C4-A03E-A5B3E917803D}"/>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2C1F26FA-717C-46AD-92B5-F38614CC685C}"/>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F8BF428F-2810-4348-BC7A-9619AC7B8D58}"/>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Find owner</a:t>
            </a:r>
          </a:p>
        </p:txBody>
      </p:sp>
      <p:sp>
        <p:nvSpPr>
          <p:cNvPr id="9" name="">
            <a:extLst xmlns:a="http://schemas.openxmlformats.org/drawingml/2006/main">
              <a:ext uri="{FF2B5EF4-FFF2-40B4-BE49-F238E27FC236}">
                <a16:creationId xmlns:a16="http://schemas.microsoft.com/office/drawing/2014/main" id="{26B77108-6009-444C-B055-4A3F96E96D50}"/>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CA2F7D2B-9DD1-4EFE-8549-34D6508CC15F}"/>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2659C787-7A09-4152-9C89-E3576592CD20}"/>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Check status</a:t>
            </a:r>
          </a:p>
        </p:txBody>
      </p:sp>
      <p:sp>
        <p:nvSpPr>
          <p:cNvPr id="12" name="">
            <a:extLst xmlns:a="http://schemas.openxmlformats.org/drawingml/2006/main">
              <a:ext uri="{FF2B5EF4-FFF2-40B4-BE49-F238E27FC236}">
                <a16:creationId xmlns:a16="http://schemas.microsoft.com/office/drawing/2014/main" id="{FD47D355-6907-47FC-B43F-92A92440328B}"/>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AD3D51E2-FE23-4CB9-987D-C0ECF83B3843}"/>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AB34C8F0-11F1-4B7B-8188-C8436975C6A0}"/>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Defend boundary</a:t>
            </a:r>
          </a:p>
        </p:txBody>
      </p:sp>
      <p:sp>
        <p:nvSpPr>
          <p:cNvPr id="15" name="">
            <a:extLst xmlns:a="http://schemas.openxmlformats.org/drawingml/2006/main">
              <a:ext uri="{FF2B5EF4-FFF2-40B4-BE49-F238E27FC236}">
                <a16:creationId xmlns:a16="http://schemas.microsoft.com/office/drawing/2014/main" id="{F36DD74E-15F1-4CC5-869F-C11BF18AE24F}"/>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1B8407CF-5144-42EE-B4F9-EA1E16A2A44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1F5FB506-4A23-44E4-8B1D-41ACC7E8E4A6}"/>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18" name="">
            <a:extLst xmlns:a="http://schemas.openxmlformats.org/drawingml/2006/main">
              <a:ext uri="{FF2B5EF4-FFF2-40B4-BE49-F238E27FC236}">
                <a16:creationId xmlns:a16="http://schemas.microsoft.com/office/drawing/2014/main" id="{F94E9CE3-5AB6-42F6-864B-92FD544C6441}"/>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5490934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8B157EF-F553-4FC0-AC18-DE464E4149D4}"/>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A7C6F630-DF2C-4DD3-9722-16E2FDF1C7D1}"/>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D1B8A102-803B-4D26-BED1-1927DC109F98}"/>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Draft identity and boundary blocks for a specialist and a synthesizer.</a:t>
            </a:r>
          </a:p>
        </p:txBody>
      </p:sp>
      <p:sp>
        <p:nvSpPr>
          <p:cNvPr id="4" name="">
            <a:extLst xmlns:a="http://schemas.openxmlformats.org/drawingml/2006/main">
              <a:ext uri="{FF2B5EF4-FFF2-40B4-BE49-F238E27FC236}">
                <a16:creationId xmlns:a16="http://schemas.microsoft.com/office/drawing/2014/main" id="{8B671B5E-86F1-4EB0-8DA4-DECA881591B9}"/>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B81E7079-092A-4D24-A386-5B93E9CAD296}"/>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E8E08462-E86D-4FB1-A580-8DCC9D5385F1}"/>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UUID</a:t>
            </a:r>
          </a:p>
        </p:txBody>
      </p:sp>
      <p:sp>
        <p:nvSpPr>
          <p:cNvPr id="7" name="">
            <a:extLst xmlns:a="http://schemas.openxmlformats.org/drawingml/2006/main">
              <a:ext uri="{FF2B5EF4-FFF2-40B4-BE49-F238E27FC236}">
                <a16:creationId xmlns:a16="http://schemas.microsoft.com/office/drawing/2014/main" id="{8C623838-C8FA-4660-8B51-64D9D3E86654}"/>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3D28D744-FDFE-478B-9DF9-C2D30D0B67A1}"/>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E58339AD-19C7-4ED3-9160-6EBD14550A59}"/>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Designation</a:t>
            </a:r>
          </a:p>
        </p:txBody>
      </p:sp>
      <p:sp>
        <p:nvSpPr>
          <p:cNvPr id="10" name="">
            <a:extLst xmlns:a="http://schemas.openxmlformats.org/drawingml/2006/main">
              <a:ext uri="{FF2B5EF4-FFF2-40B4-BE49-F238E27FC236}">
                <a16:creationId xmlns:a16="http://schemas.microsoft.com/office/drawing/2014/main" id="{193DF2E9-13B6-45CB-A7AA-F212C7A14397}"/>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ECD24835-94D7-425C-9DE5-2D1C2AE99EDF}"/>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9D4A83E6-E1D8-4B03-BCFA-297A9A7718B6}"/>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Version</a:t>
            </a:r>
          </a:p>
        </p:txBody>
      </p:sp>
      <p:sp>
        <p:nvSpPr>
          <p:cNvPr id="13" name="">
            <a:extLst xmlns:a="http://schemas.openxmlformats.org/drawingml/2006/main">
              <a:ext uri="{FF2B5EF4-FFF2-40B4-BE49-F238E27FC236}">
                <a16:creationId xmlns:a16="http://schemas.microsoft.com/office/drawing/2014/main" id="{C5F7B22B-D09D-446E-9E1F-6BC40F371EA3}"/>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264098BC-981B-4D1D-B86F-5F5C044BC3B8}"/>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E3065B05-D42E-45FA-B92C-824DBFFEDC34}"/>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Question</a:t>
            </a:r>
          </a:p>
        </p:txBody>
      </p:sp>
      <p:sp>
        <p:nvSpPr>
          <p:cNvPr id="16" name="">
            <a:extLst xmlns:a="http://schemas.openxmlformats.org/drawingml/2006/main">
              <a:ext uri="{FF2B5EF4-FFF2-40B4-BE49-F238E27FC236}">
                <a16:creationId xmlns:a16="http://schemas.microsoft.com/office/drawing/2014/main" id="{45E5BDF3-CCC5-4E7E-9E0E-1AFD295E0FA0}"/>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32399CB8-58EB-4EDB-8CFB-52740C9DB601}"/>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C7757665-0656-445E-9060-CE3675485A34}"/>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Exclusions</a:t>
            </a:r>
          </a:p>
        </p:txBody>
      </p:sp>
      <p:sp>
        <p:nvSpPr>
          <p:cNvPr id="19" name="">
            <a:extLst xmlns:a="http://schemas.openxmlformats.org/drawingml/2006/main">
              <a:ext uri="{FF2B5EF4-FFF2-40B4-BE49-F238E27FC236}">
                <a16:creationId xmlns:a16="http://schemas.microsoft.com/office/drawing/2014/main" id="{C33974F9-6D65-4A33-A99F-1396F083B363}"/>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F465EAD1-6B79-420A-9E5E-93EBDF1DEBD9}"/>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4B3A058E-7095-42CB-83EB-4A0F80FA3194}"/>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Consumers</a:t>
            </a:r>
          </a:p>
        </p:txBody>
      </p:sp>
      <p:sp>
        <p:nvSpPr>
          <p:cNvPr id="22" name="">
            <a:extLst xmlns:a="http://schemas.openxmlformats.org/drawingml/2006/main">
              <a:ext uri="{FF2B5EF4-FFF2-40B4-BE49-F238E27FC236}">
                <a16:creationId xmlns:a16="http://schemas.microsoft.com/office/drawing/2014/main" id="{24872269-17AF-4269-8891-81B0436776A6}"/>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4460A7FD-C261-48E5-8978-78432D91B8EC}"/>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24" name="">
            <a:extLst xmlns:a="http://schemas.openxmlformats.org/drawingml/2006/main">
              <a:ext uri="{FF2B5EF4-FFF2-40B4-BE49-F238E27FC236}">
                <a16:creationId xmlns:a16="http://schemas.microsoft.com/office/drawing/2014/main" id="{494C7DC6-039C-46D5-8C80-BCF9C0AB31B5}"/>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2129269802"/>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CBA13B-D32F-4D9B-AF2F-FB0E962D893C}"/>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05  •  EXIT TICKET</a:t>
            </a:r>
          </a:p>
        </p:txBody>
      </p:sp>
      <p:sp>
        <p:nvSpPr>
          <p:cNvPr id="2" name="">
            <a:extLst xmlns:a="http://schemas.openxmlformats.org/drawingml/2006/main">
              <a:ext uri="{FF2B5EF4-FFF2-40B4-BE49-F238E27FC236}">
                <a16:creationId xmlns:a16="http://schemas.microsoft.com/office/drawing/2014/main" id="{FF5688A1-D191-4CE6-97BE-AE70DB490AE6}"/>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Route one scenario and explain the layer boundary in one sentence.</a:t>
            </a:r>
          </a:p>
        </p:txBody>
      </p:sp>
      <p:sp>
        <p:nvSpPr>
          <p:cNvPr id="3" name="">
            <a:extLst xmlns:a="http://schemas.openxmlformats.org/drawingml/2006/main">
              <a:ext uri="{FF2B5EF4-FFF2-40B4-BE49-F238E27FC236}">
                <a16:creationId xmlns:a16="http://schemas.microsoft.com/office/drawing/2014/main" id="{30722790-6BF0-4089-801E-360FD2F28D99}"/>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2F7B5C30-79D9-4E5F-A9F4-884F4555F6A3}"/>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C30572F0-10CF-42BF-9C28-8C9FE5B87584}"/>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06</a:t>
            </a:r>
          </a:p>
        </p:txBody>
      </p:sp>
    </p:spTree>
    <p:extLst>
      <p:ext uri="{BB962C8B-B14F-4D97-AF65-F5344CB8AC3E}">
        <p14:creationId xmlns:p14="http://schemas.microsoft.com/office/powerpoint/2010/main" val="4478710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2026-07-30T15:54:39.5960000Z</dcterms:created>
  <dcterms:modified xsi:type="dcterms:W3CDTF">2026-07-30T15:54:39.5960000Z</dcterms:modified>
</coreProperties>
</file>