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504ed08ad34797" /><Relationship Type="http://schemas.openxmlformats.org/officeDocument/2006/relationships/extended-properties" Target="/docProps/app.xml" Id="R5701f69327b34edc" /><Relationship Type="http://schemas.openxmlformats.org/officeDocument/2006/relationships/officeDocument" Target="/ppt/presentation.xml" Id="R18d8e13f62dc4087" /></Relationships>
</file>

<file path=ppt/presentation.xml><?xml version="1.0" encoding="utf-8"?>
<p:presentation xmlns:p="http://schemas.openxmlformats.org/presentationml/2006/main">
  <p:sldMasterIdLst>
    <p:sldMasterId xmlns:r="http://schemas.openxmlformats.org/officeDocument/2006/relationships" id="2147483648" r:id="Ra6b69cd34f5940c4"/>
  </p:sldMasterIdLst>
  <p:notesMasterIdLst>
    <p:notesMasterId xmlns:r="http://schemas.openxmlformats.org/officeDocument/2006/relationships" r:id="R04ca21f5867841b4"/>
  </p:notesMasterIdLst>
  <p:sldIdLst>
    <p:sldId xmlns:r="http://schemas.openxmlformats.org/officeDocument/2006/relationships" id="256" r:id="R4978aa9463624009"/>
    <p:sldId xmlns:r="http://schemas.openxmlformats.org/officeDocument/2006/relationships" id="257" r:id="R087497b494c24336"/>
    <p:sldId xmlns:r="http://schemas.openxmlformats.org/officeDocument/2006/relationships" id="258" r:id="Ra763232c7e3e4859"/>
    <p:sldId xmlns:r="http://schemas.openxmlformats.org/officeDocument/2006/relationships" id="259" r:id="R7cb7818311ea4082"/>
    <p:sldId xmlns:r="http://schemas.openxmlformats.org/officeDocument/2006/relationships" id="260" r:id="R252103303d994379"/>
    <p:sldId xmlns:r="http://schemas.openxmlformats.org/officeDocument/2006/relationships" id="261" r:id="R6ceca9daa38846b9"/>
    <p:sldId xmlns:r="http://schemas.openxmlformats.org/officeDocument/2006/relationships" id="262" r:id="Rc45eb0e5b3a14f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85826f455f47f5" /><Relationship Type="http://schemas.openxmlformats.org/officeDocument/2006/relationships/slideMaster" Target="/ppt/slideMasters/slideMaster1.xml" Id="Ra6b69cd34f5940c4" /><Relationship Type="http://schemas.openxmlformats.org/officeDocument/2006/relationships/notesMaster" Target="/ppt/notesMasters/notesMaster1.xml" Id="R04ca21f5867841b4" /><Relationship Type="http://schemas.openxmlformats.org/officeDocument/2006/relationships/presProps" Target="/ppt/presProps.xml" Id="Rc777926974c240de" /><Relationship Type="http://schemas.openxmlformats.org/officeDocument/2006/relationships/tableStyles" Target="/ppt/tableStyles.xml" Id="R2634172278d94e19" /><Relationship Type="http://schemas.openxmlformats.org/officeDocument/2006/relationships/slide" Target="/ppt/slides/slide1.xml" Id="R4978aa9463624009" /><Relationship Type="http://schemas.openxmlformats.org/officeDocument/2006/relationships/slide" Target="/ppt/slides/slide2.xml" Id="R087497b494c24336" /><Relationship Type="http://schemas.openxmlformats.org/officeDocument/2006/relationships/slide" Target="/ppt/slides/slide3.xml" Id="Ra763232c7e3e4859" /><Relationship Type="http://schemas.openxmlformats.org/officeDocument/2006/relationships/slide" Target="/ppt/slides/slide4.xml" Id="R7cb7818311ea4082" /><Relationship Type="http://schemas.openxmlformats.org/officeDocument/2006/relationships/slide" Target="/ppt/slides/slide5.xml" Id="R252103303d994379" /><Relationship Type="http://schemas.openxmlformats.org/officeDocument/2006/relationships/slide" Target="/ppt/slides/slide6.xml" Id="R6ceca9daa38846b9" /><Relationship Type="http://schemas.openxmlformats.org/officeDocument/2006/relationships/slide" Target="/ppt/slides/slide7.xml" Id="Rc45eb0e5b3a14f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281a6212bc4e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1707e37ac24eaf" /><Relationship Type="http://schemas.openxmlformats.org/officeDocument/2006/relationships/notesMaster" Target="/ppt/notesMasters/notesMaster1.xml" Id="Rb451f301206d4b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3e915fdb8a4d25" /><Relationship Type="http://schemas.openxmlformats.org/officeDocument/2006/relationships/notesMaster" Target="/ppt/notesMasters/notesMaster1.xml" Id="R278d0f1b97914a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7156bb8884459e" /><Relationship Type="http://schemas.openxmlformats.org/officeDocument/2006/relationships/notesMaster" Target="/ppt/notesMasters/notesMaster1.xml" Id="Rf5584818f5da42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2f1c52ea9a4021" /><Relationship Type="http://schemas.openxmlformats.org/officeDocument/2006/relationships/notesMaster" Target="/ppt/notesMasters/notesMaster1.xml" Id="Rf48236b3ccf74b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be1f58f207453e" /><Relationship Type="http://schemas.openxmlformats.org/officeDocument/2006/relationships/notesMaster" Target="/ppt/notesMasters/notesMaster1.xml" Id="Rf85142ffdb1b40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9dc47b753c4adc" /><Relationship Type="http://schemas.openxmlformats.org/officeDocument/2006/relationships/notesMaster" Target="/ppt/notesMasters/notesMaster1.xml" Id="Rcc73f49e9f0f45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2a0190ee144456" /><Relationship Type="http://schemas.openxmlformats.org/officeDocument/2006/relationships/notesMaster" Target="/ppt/notesMasters/notesMaster1.xml" Id="R8414b5c12ad24f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fb51e46e2042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40176fd577451a" /><Relationship Type="http://schemas.openxmlformats.org/officeDocument/2006/relationships/slideLayout" Target="/ppt/slideLayouts/slideLayout1.xml" Id="R610e092f49154c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0e092f49154c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58c301efc24669" /><Relationship Type="http://schemas.openxmlformats.org/officeDocument/2006/relationships/notesSlide" Target="/ppt/notesSlides/notesSlide1.xml" Id="Rd601b22289074c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e1f8a65d0d4bef" /><Relationship Type="http://schemas.openxmlformats.org/officeDocument/2006/relationships/notesSlide" Target="/ppt/notesSlides/notesSlide2.xml" Id="Rfd85b5c5119b48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9722c3c2ab4b47" /><Relationship Type="http://schemas.openxmlformats.org/officeDocument/2006/relationships/notesSlide" Target="/ppt/notesSlides/notesSlide3.xml" Id="R1d6112c494c14e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d8dc633bcd4e05" /><Relationship Type="http://schemas.openxmlformats.org/officeDocument/2006/relationships/notesSlide" Target="/ppt/notesSlides/notesSlide4.xml" Id="R5fc17c48a0c04c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39b7af929046d2" /><Relationship Type="http://schemas.openxmlformats.org/officeDocument/2006/relationships/notesSlide" Target="/ppt/notesSlides/notesSlide5.xml" Id="R084ff24145aa41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e9a64ba8ab43e1" /><Relationship Type="http://schemas.openxmlformats.org/officeDocument/2006/relationships/notesSlide" Target="/ppt/notesSlides/notesSlide6.xml" Id="Re49a3f476a4c4d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c1bf02d5894663" /><Relationship Type="http://schemas.openxmlformats.org/officeDocument/2006/relationships/notesSlide" Target="/ppt/notesSlides/notesSlide7.xml" Id="R1893f0a1b1194b9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BFBF09-DC5C-4A38-AD1C-6ACE3EC63949}"/>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59CC0CDE-9CE4-44A8-88F1-BE20EE143102}"/>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0BBB7602-B1AC-454F-90FA-6203D441C3CF}"/>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01</a:t>
            </a:r>
          </a:p>
        </p:txBody>
      </p:sp>
      <p:sp>
        <p:nvSpPr>
          <p:cNvPr id="4" name="">
            <a:extLst xmlns:a="http://schemas.openxmlformats.org/drawingml/2006/main">
              <a:ext uri="{FF2B5EF4-FFF2-40B4-BE49-F238E27FC236}">
                <a16:creationId xmlns:a16="http://schemas.microsoft.com/office/drawing/2014/main" id="{6D6DD980-BAFC-47B6-9A9F-37ABB741C725}"/>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Why a Harness Exists</a:t>
            </a:r>
          </a:p>
        </p:txBody>
      </p:sp>
      <p:sp>
        <p:nvSpPr>
          <p:cNvPr id="5" name="">
            <a:extLst xmlns:a="http://schemas.openxmlformats.org/drawingml/2006/main">
              <a:ext uri="{FF2B5EF4-FFF2-40B4-BE49-F238E27FC236}">
                <a16:creationId xmlns:a16="http://schemas.microsoft.com/office/drawing/2014/main" id="{8247008E-D881-41B0-A62D-35B784867A87}"/>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Why is a strong model still not a trustworthy review system?</a:t>
            </a:r>
          </a:p>
        </p:txBody>
      </p:sp>
      <p:sp>
        <p:nvSpPr>
          <p:cNvPr id="6" name="">
            <a:extLst xmlns:a="http://schemas.openxmlformats.org/drawingml/2006/main">
              <a:ext uri="{FF2B5EF4-FFF2-40B4-BE49-F238E27FC236}">
                <a16:creationId xmlns:a16="http://schemas.microsoft.com/office/drawing/2014/main" id="{C4B64473-4835-44F6-A240-CBCE5C16C351}"/>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C64D1A1-3A13-45DC-A099-659DC1ADC7F5}"/>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F1880DF9-DB08-4F8E-84D9-89A369CBCF78}"/>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EE54238E-42FA-4250-B84F-F817224AA88B}"/>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2276304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05B6204-101F-41E1-90BB-10B2C8B3773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 OUTCOMES</a:t>
            </a:r>
          </a:p>
        </p:txBody>
      </p:sp>
      <p:sp>
        <p:nvSpPr>
          <p:cNvPr id="2" name="">
            <a:extLst xmlns:a="http://schemas.openxmlformats.org/drawingml/2006/main">
              <a:ext uri="{FF2B5EF4-FFF2-40B4-BE49-F238E27FC236}">
                <a16:creationId xmlns:a16="http://schemas.microsoft.com/office/drawing/2014/main" id="{459B154C-FABD-4AE3-B211-F6A63D8EE7E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FDF6143B-0744-4F99-8DA3-1E4EEC3A8CD4}"/>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915002C-A07D-45F1-9D89-0748928B119F}"/>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ED626E2-5796-45BF-8F17-34428026746A}"/>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Distinguish model, agent, workflow, and harness</a:t>
            </a:r>
          </a:p>
        </p:txBody>
      </p:sp>
      <p:sp>
        <p:nvSpPr>
          <p:cNvPr id="6" name="">
            <a:extLst xmlns:a="http://schemas.openxmlformats.org/drawingml/2006/main">
              <a:ext uri="{FF2B5EF4-FFF2-40B4-BE49-F238E27FC236}">
                <a16:creationId xmlns:a16="http://schemas.microsoft.com/office/drawing/2014/main" id="{4F73C643-A10C-44F5-A6FB-209CF1705B88}"/>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DE071D7-D26C-43BB-A100-500627E1013D}"/>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461B1934-CCB2-4EAE-BB71-AA57FE5810F7}"/>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Name the harness controls that create trust</a:t>
            </a:r>
          </a:p>
        </p:txBody>
      </p:sp>
      <p:sp>
        <p:nvSpPr>
          <p:cNvPr id="9" name="">
            <a:extLst xmlns:a="http://schemas.openxmlformats.org/drawingml/2006/main">
              <a:ext uri="{FF2B5EF4-FFF2-40B4-BE49-F238E27FC236}">
                <a16:creationId xmlns:a16="http://schemas.microsoft.com/office/drawing/2014/main" id="{A14D5FCC-8150-4EAD-BE5C-44F6B54C9C81}"/>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466E631-C585-47A6-A9FD-FABAC9BF1232}"/>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3AC8627C-2FC5-4CD4-A1F2-578BB9E4597F}"/>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Trace a review from evidence to human decision</a:t>
            </a:r>
          </a:p>
        </p:txBody>
      </p:sp>
      <p:sp>
        <p:nvSpPr>
          <p:cNvPr id="12" name="">
            <a:extLst xmlns:a="http://schemas.openxmlformats.org/drawingml/2006/main">
              <a:ext uri="{FF2B5EF4-FFF2-40B4-BE49-F238E27FC236}">
                <a16:creationId xmlns:a16="http://schemas.microsoft.com/office/drawing/2014/main" id="{C6F546A3-DD0F-4F62-8282-607796B94F64}"/>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5A5102D0-A203-4915-854C-77177701D631}"/>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9F1B9816-5A02-4BD5-ADDA-87201070E6B4}"/>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331CD2EF-FC33-459F-9256-7FCA72F1333A}"/>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68CDB3AB-F6A7-4F7C-BDF2-41E8473C5339}"/>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847DD13-43D7-4BB9-B0B7-3352C81F8419}"/>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07544D34-988A-4753-A643-18BE67A201BF}"/>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EF6B3036-6D1D-4F92-88C8-63EBBE5EC791}"/>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B9A29164-3773-4BC2-AA18-356BDCBE6900}"/>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0F4E4F45-ACD1-4352-8B8E-0D52C61A19F3}"/>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247A8690-7B7F-43DE-8F9D-06C1FE6449CF}"/>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CDF4CDF7-F142-4218-B8C0-F9274DB3EBC7}"/>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740DF051-E69D-4C7D-A3FA-4B4D6548E575}"/>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642B6B46-560F-4C3B-ACFE-200E0C3A3D80}"/>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516E3E48-9F7B-4724-8D88-B91F19AA65F3}"/>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8D64EAB4-59F3-4426-BF06-C6F48B4593D5}"/>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0EC6BD31-1920-43FB-A74E-B4F32D0E88F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1A2C0021-9AAE-4882-BF22-C436387A2A50}"/>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30" name="">
            <a:extLst xmlns:a="http://schemas.openxmlformats.org/drawingml/2006/main">
              <a:ext uri="{FF2B5EF4-FFF2-40B4-BE49-F238E27FC236}">
                <a16:creationId xmlns:a16="http://schemas.microsoft.com/office/drawing/2014/main" id="{BC4BB729-43E1-4D89-9861-CE5D66369907}"/>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8521330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47B917B-146F-425F-B30D-603680CB359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B38EE456-9C56-44B2-81C2-B07B0EB5FB1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67A797FA-A798-408A-851A-1C7BA2B498EF}"/>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03FCF7E-5C75-469A-9DB6-6185EA96727A}"/>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MODEL</a:t>
            </a:r>
          </a:p>
        </p:txBody>
      </p:sp>
      <p:sp>
        <p:nvSpPr>
          <p:cNvPr id="5" name="">
            <a:extLst xmlns:a="http://schemas.openxmlformats.org/drawingml/2006/main">
              <a:ext uri="{FF2B5EF4-FFF2-40B4-BE49-F238E27FC236}">
                <a16:creationId xmlns:a16="http://schemas.microsoft.com/office/drawing/2014/main" id="{03B1A9E7-493E-4EFD-9068-28392CB67DF8}"/>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Generates candidate reasoning</a:t>
            </a:r>
          </a:p>
        </p:txBody>
      </p:sp>
      <p:sp>
        <p:nvSpPr>
          <p:cNvPr id="6" name="">
            <a:extLst xmlns:a="http://schemas.openxmlformats.org/drawingml/2006/main">
              <a:ext uri="{FF2B5EF4-FFF2-40B4-BE49-F238E27FC236}">
                <a16:creationId xmlns:a16="http://schemas.microsoft.com/office/drawing/2014/main" id="{3BD7A5A2-9AC0-440A-89C2-A64A02FF3538}"/>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AE7439B-00B5-4A6C-903F-0711D19A5D26}"/>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AGENT</a:t>
            </a:r>
          </a:p>
        </p:txBody>
      </p:sp>
      <p:sp>
        <p:nvSpPr>
          <p:cNvPr id="8" name="">
            <a:extLst xmlns:a="http://schemas.openxmlformats.org/drawingml/2006/main">
              <a:ext uri="{FF2B5EF4-FFF2-40B4-BE49-F238E27FC236}">
                <a16:creationId xmlns:a16="http://schemas.microsoft.com/office/drawing/2014/main" id="{57DBA43C-F492-48C6-99C4-F38889F3467E}"/>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Role + contract + tools</a:t>
            </a:r>
          </a:p>
        </p:txBody>
      </p:sp>
      <p:sp>
        <p:nvSpPr>
          <p:cNvPr id="9" name="">
            <a:extLst xmlns:a="http://schemas.openxmlformats.org/drawingml/2006/main">
              <a:ext uri="{FF2B5EF4-FFF2-40B4-BE49-F238E27FC236}">
                <a16:creationId xmlns:a16="http://schemas.microsoft.com/office/drawing/2014/main" id="{B57CCE8E-DAC6-4733-90A2-AC72223EF04F}"/>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398E578-C3F1-4D8B-9E9C-F606A1D2DB7C}"/>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WORKFLOW</a:t>
            </a:r>
          </a:p>
        </p:txBody>
      </p:sp>
      <p:sp>
        <p:nvSpPr>
          <p:cNvPr id="11" name="">
            <a:extLst xmlns:a="http://schemas.openxmlformats.org/drawingml/2006/main">
              <a:ext uri="{FF2B5EF4-FFF2-40B4-BE49-F238E27FC236}">
                <a16:creationId xmlns:a16="http://schemas.microsoft.com/office/drawing/2014/main" id="{69B73161-1D8F-4AB6-87BF-E901CF05CEC8}"/>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States + transitions</a:t>
            </a:r>
          </a:p>
        </p:txBody>
      </p:sp>
      <p:sp>
        <p:nvSpPr>
          <p:cNvPr id="12" name="">
            <a:extLst xmlns:a="http://schemas.openxmlformats.org/drawingml/2006/main">
              <a:ext uri="{FF2B5EF4-FFF2-40B4-BE49-F238E27FC236}">
                <a16:creationId xmlns:a16="http://schemas.microsoft.com/office/drawing/2014/main" id="{862B8D45-82DF-4CBC-8138-86903B9FD685}"/>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D145410-66B4-4537-8C99-F795C8C18F90}"/>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HARNESS</a:t>
            </a:r>
          </a:p>
        </p:txBody>
      </p:sp>
      <p:sp>
        <p:nvSpPr>
          <p:cNvPr id="14" name="">
            <a:extLst xmlns:a="http://schemas.openxmlformats.org/drawingml/2006/main">
              <a:ext uri="{FF2B5EF4-FFF2-40B4-BE49-F238E27FC236}">
                <a16:creationId xmlns:a16="http://schemas.microsoft.com/office/drawing/2014/main" id="{E5029716-A49C-42A1-8266-835A8C920576}"/>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Controls execution and artifacts</a:t>
            </a:r>
          </a:p>
        </p:txBody>
      </p:sp>
      <p:sp>
        <p:nvSpPr>
          <p:cNvPr id="15" name="">
            <a:extLst xmlns:a="http://schemas.openxmlformats.org/drawingml/2006/main">
              <a:ext uri="{FF2B5EF4-FFF2-40B4-BE49-F238E27FC236}">
                <a16:creationId xmlns:a16="http://schemas.microsoft.com/office/drawing/2014/main" id="{959FADC9-CDBE-4196-8354-3586415A9EF8}"/>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E589C6D9-BDC5-4F41-87EB-E5734D2F461E}"/>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78665265-11F6-42DB-A753-AD80056948EE}"/>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836A9C4-D8D7-42A6-A4E1-8E247A9EFBC9}"/>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11262A78-C05F-45AE-8B5E-7772AB3EDB7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5A07AE4B-63CA-4FFC-8A4C-334164FD0829}"/>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1" name="">
            <a:extLst xmlns:a="http://schemas.openxmlformats.org/drawingml/2006/main">
              <a:ext uri="{FF2B5EF4-FFF2-40B4-BE49-F238E27FC236}">
                <a16:creationId xmlns:a16="http://schemas.microsoft.com/office/drawing/2014/main" id="{632C69FE-9076-4302-9807-ECEB58D3D35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8233039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F4A916A-7627-4CF8-AEB2-5A20CD92B70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1B9B7CB6-C43A-4ADE-AE1B-E69322BE724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9EFE442C-2709-402B-839B-6F6B2DBB97EB}"/>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E07FEF2-F291-48F0-8FF0-DBA01552BA69}"/>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29D37C65-D313-4B58-963B-538C731545E8}"/>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Repository change</a:t>
            </a:r>
          </a:p>
        </p:txBody>
      </p:sp>
      <p:sp>
        <p:nvSpPr>
          <p:cNvPr id="6" name="">
            <a:extLst xmlns:a="http://schemas.openxmlformats.org/drawingml/2006/main">
              <a:ext uri="{FF2B5EF4-FFF2-40B4-BE49-F238E27FC236}">
                <a16:creationId xmlns:a16="http://schemas.microsoft.com/office/drawing/2014/main" id="{EF77A8E7-5CB9-46AD-86E8-FC955007BC36}"/>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6FAD6181-15B9-441F-ADCE-ADCBE9AF59E5}"/>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FE23EC4E-CF52-4420-B48D-EDA524F7F5A0}"/>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46B8E0BD-393A-46AD-8EF0-535FF302304A}"/>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780B0007-5F28-4838-BE5B-6DCB76CB6AEA}"/>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Evidence intake</a:t>
            </a:r>
          </a:p>
        </p:txBody>
      </p:sp>
      <p:sp>
        <p:nvSpPr>
          <p:cNvPr id="11" name="">
            <a:extLst xmlns:a="http://schemas.openxmlformats.org/drawingml/2006/main">
              <a:ext uri="{FF2B5EF4-FFF2-40B4-BE49-F238E27FC236}">
                <a16:creationId xmlns:a16="http://schemas.microsoft.com/office/drawing/2014/main" id="{88D6A223-FECB-426D-A592-2A8FEB9FD935}"/>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B2FCDA17-B110-4105-A6F8-B6AAC9F86922}"/>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BF4F2526-ECE3-4F54-BCCD-115B90B120C2}"/>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8F1EFAA4-EA3B-434F-B5C4-BEF82AEA2BCE}"/>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E4CEE89B-18A6-475E-A95A-0E84AFC8EA25}"/>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Contract selection</a:t>
            </a:r>
          </a:p>
        </p:txBody>
      </p:sp>
      <p:sp>
        <p:nvSpPr>
          <p:cNvPr id="16" name="">
            <a:extLst xmlns:a="http://schemas.openxmlformats.org/drawingml/2006/main">
              <a:ext uri="{FF2B5EF4-FFF2-40B4-BE49-F238E27FC236}">
                <a16:creationId xmlns:a16="http://schemas.microsoft.com/office/drawing/2014/main" id="{FCDFFAB0-AC67-48A7-B0A0-473491F4A647}"/>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6246590A-4EB7-4869-932E-F368D1910192}"/>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339A8E8A-12B0-4898-A4A2-949FCB43067C}"/>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58D4A33D-E2ED-48E7-84BA-62A920CB5A80}"/>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3AA1255B-B70C-4621-8C61-00D8FCE4498B}"/>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Bounded review</a:t>
            </a:r>
          </a:p>
        </p:txBody>
      </p:sp>
      <p:sp>
        <p:nvSpPr>
          <p:cNvPr id="21" name="">
            <a:extLst xmlns:a="http://schemas.openxmlformats.org/drawingml/2006/main">
              <a:ext uri="{FF2B5EF4-FFF2-40B4-BE49-F238E27FC236}">
                <a16:creationId xmlns:a16="http://schemas.microsoft.com/office/drawing/2014/main" id="{0EAD9F43-D776-4665-A3A4-6D8FEC88D693}"/>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DF5D9617-03D8-4DA6-810C-A30BBE8A269A}"/>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F7EE7E27-EBE8-4B4A-9D2F-09E3CA927607}"/>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86EECA35-0EBF-49EC-8E1F-4BFDF521D1CB}"/>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D1053CE7-07F6-4B49-AA04-488D340CA6A7}"/>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Human decision</a:t>
            </a:r>
          </a:p>
        </p:txBody>
      </p:sp>
      <p:sp>
        <p:nvSpPr>
          <p:cNvPr id="26" name="">
            <a:extLst xmlns:a="http://schemas.openxmlformats.org/drawingml/2006/main">
              <a:ext uri="{FF2B5EF4-FFF2-40B4-BE49-F238E27FC236}">
                <a16:creationId xmlns:a16="http://schemas.microsoft.com/office/drawing/2014/main" id="{5EFD4666-551A-4D3A-8B6A-1A4ACC53C2ED}"/>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4B6F85CD-374D-4A5D-BF15-6DB92AE1B65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01E163C3-304E-4C68-A235-3B7AB9B7CC6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9" name="">
            <a:extLst xmlns:a="http://schemas.openxmlformats.org/drawingml/2006/main">
              <a:ext uri="{FF2B5EF4-FFF2-40B4-BE49-F238E27FC236}">
                <a16:creationId xmlns:a16="http://schemas.microsoft.com/office/drawing/2014/main" id="{97F5A586-DDEA-4BDB-A822-4608734F66C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8388813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20488B-7ADF-410A-BD73-25D0B2FBE0F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7F253301-A3F8-42DE-BBC0-273F8B2E77A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C42B336C-6AA2-4FD0-BC36-D284B3751623}"/>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C909490-BF7E-4A41-8CE5-AF5FDB6ABE45}"/>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DDA3C869-D3EA-476E-8C69-4A14F429537F}"/>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Mark every control point in an unconstrained code review.</a:t>
            </a:r>
          </a:p>
        </p:txBody>
      </p:sp>
      <p:sp>
        <p:nvSpPr>
          <p:cNvPr id="6" name="">
            <a:extLst xmlns:a="http://schemas.openxmlformats.org/drawingml/2006/main">
              <a:ext uri="{FF2B5EF4-FFF2-40B4-BE49-F238E27FC236}">
                <a16:creationId xmlns:a16="http://schemas.microsoft.com/office/drawing/2014/main" id="{C62B2775-55FE-4D81-B176-589CCCC7EC39}"/>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C125172-3814-4960-8354-51FFA31A64DF}"/>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A806923C-5330-4A35-AB88-00A15D7057C0}"/>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failure surfaces</a:t>
            </a:r>
          </a:p>
        </p:txBody>
      </p:sp>
      <p:sp>
        <p:nvSpPr>
          <p:cNvPr id="9" name="">
            <a:extLst xmlns:a="http://schemas.openxmlformats.org/drawingml/2006/main">
              <a:ext uri="{FF2B5EF4-FFF2-40B4-BE49-F238E27FC236}">
                <a16:creationId xmlns:a16="http://schemas.microsoft.com/office/drawing/2014/main" id="{D6383A1C-001E-4959-87A1-B8BEFC242AE9}"/>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8CACDD2-5DEE-43AF-AD8B-674A68AC67AB}"/>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6263E1FD-2D0B-4D60-8150-53CD1BC7A7A8}"/>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Add harness controls</a:t>
            </a:r>
          </a:p>
        </p:txBody>
      </p:sp>
      <p:sp>
        <p:nvSpPr>
          <p:cNvPr id="12" name="">
            <a:extLst xmlns:a="http://schemas.openxmlformats.org/drawingml/2006/main">
              <a:ext uri="{FF2B5EF4-FFF2-40B4-BE49-F238E27FC236}">
                <a16:creationId xmlns:a16="http://schemas.microsoft.com/office/drawing/2014/main" id="{5074E2C9-A457-49CF-9489-D011C47C4941}"/>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B80AD46-4AAB-44CA-85A0-E6D238EA48BC}"/>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BE206C34-3E15-4CF2-B472-D9B65D6906D5}"/>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Defend each control</a:t>
            </a:r>
          </a:p>
        </p:txBody>
      </p:sp>
      <p:sp>
        <p:nvSpPr>
          <p:cNvPr id="15" name="">
            <a:extLst xmlns:a="http://schemas.openxmlformats.org/drawingml/2006/main">
              <a:ext uri="{FF2B5EF4-FFF2-40B4-BE49-F238E27FC236}">
                <a16:creationId xmlns:a16="http://schemas.microsoft.com/office/drawing/2014/main" id="{46D04F3B-508F-4924-93E6-871FD9CBE314}"/>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B6FBD2E1-FB28-4A06-ACE3-ED819970F38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F005970A-BBE9-4954-9240-87B37CF7B11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18" name="">
            <a:extLst xmlns:a="http://schemas.openxmlformats.org/drawingml/2006/main">
              <a:ext uri="{FF2B5EF4-FFF2-40B4-BE49-F238E27FC236}">
                <a16:creationId xmlns:a16="http://schemas.microsoft.com/office/drawing/2014/main" id="{CF177EC2-689F-4A23-BE20-78BE2DD71A2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4087585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8576F89-B659-4467-BD88-608CA450C50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C42F1C37-119C-47FB-9F5A-C4B61773B7C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852F1B0F-4DF3-4B3E-B93E-0EA65376A2B2}"/>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Rewrite “Review this code” as a bounded, evidence-aware request.</a:t>
            </a:r>
          </a:p>
        </p:txBody>
      </p:sp>
      <p:sp>
        <p:nvSpPr>
          <p:cNvPr id="4" name="">
            <a:extLst xmlns:a="http://schemas.openxmlformats.org/drawingml/2006/main">
              <a:ext uri="{FF2B5EF4-FFF2-40B4-BE49-F238E27FC236}">
                <a16:creationId xmlns:a16="http://schemas.microsoft.com/office/drawing/2014/main" id="{8950129C-9DC6-46C4-8723-611A33D92B69}"/>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8145EF2F-28C8-4180-9C12-361C1D671F43}"/>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CC661479-3CF4-4056-91F5-14505184E707}"/>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a:t>
            </a:r>
          </a:p>
        </p:txBody>
      </p:sp>
      <p:sp>
        <p:nvSpPr>
          <p:cNvPr id="7" name="">
            <a:extLst xmlns:a="http://schemas.openxmlformats.org/drawingml/2006/main">
              <a:ext uri="{FF2B5EF4-FFF2-40B4-BE49-F238E27FC236}">
                <a16:creationId xmlns:a16="http://schemas.microsoft.com/office/drawing/2014/main" id="{7D41DA34-9965-4642-9321-4DFD4D404621}"/>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945D9C7C-C647-46F1-9B91-54C469BB556F}"/>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EEACECBF-5684-4C6C-A958-7F9BD1BB8DEC}"/>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Scope</a:t>
            </a:r>
          </a:p>
        </p:txBody>
      </p:sp>
      <p:sp>
        <p:nvSpPr>
          <p:cNvPr id="10" name="">
            <a:extLst xmlns:a="http://schemas.openxmlformats.org/drawingml/2006/main">
              <a:ext uri="{FF2B5EF4-FFF2-40B4-BE49-F238E27FC236}">
                <a16:creationId xmlns:a16="http://schemas.microsoft.com/office/drawing/2014/main" id="{295D75EA-1A8B-4CB3-9F70-32EF8B649BDD}"/>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E5235373-ED97-4B3A-BF80-1D26F53BBA5C}"/>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9D5C60F7-13CB-4D3D-BC16-B62C215EB27F}"/>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a:t>
            </a:r>
          </a:p>
        </p:txBody>
      </p:sp>
      <p:sp>
        <p:nvSpPr>
          <p:cNvPr id="13" name="">
            <a:extLst xmlns:a="http://schemas.openxmlformats.org/drawingml/2006/main">
              <a:ext uri="{FF2B5EF4-FFF2-40B4-BE49-F238E27FC236}">
                <a16:creationId xmlns:a16="http://schemas.microsoft.com/office/drawing/2014/main" id="{97269CAC-2B1A-4237-AB98-20C93492D8EC}"/>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9C91228-2817-40F2-828B-E4AA682832F2}"/>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962302B8-99D4-431F-8455-09D1E53F219B}"/>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Output</a:t>
            </a:r>
          </a:p>
        </p:txBody>
      </p:sp>
      <p:sp>
        <p:nvSpPr>
          <p:cNvPr id="16" name="">
            <a:extLst xmlns:a="http://schemas.openxmlformats.org/drawingml/2006/main">
              <a:ext uri="{FF2B5EF4-FFF2-40B4-BE49-F238E27FC236}">
                <a16:creationId xmlns:a16="http://schemas.microsoft.com/office/drawing/2014/main" id="{EAFC1D2F-6837-4D22-8A75-84B223F0EF06}"/>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5055179F-5B9E-4C38-958B-DE4E3A71E9BC}"/>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3B2ECA7F-0831-41B4-A31B-5BD32C162E15}"/>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9" name="">
            <a:extLst xmlns:a="http://schemas.openxmlformats.org/drawingml/2006/main">
              <a:ext uri="{FF2B5EF4-FFF2-40B4-BE49-F238E27FC236}">
                <a16:creationId xmlns:a16="http://schemas.microsoft.com/office/drawing/2014/main" id="{DC9986B6-9374-44D6-887E-09B53595254A}"/>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4CAD2D38-7EE7-4679-9E71-88CF160AD3C4}"/>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ABD8B280-376D-4621-B8C1-874031BAA9EE}"/>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behavior</a:t>
            </a:r>
          </a:p>
        </p:txBody>
      </p:sp>
      <p:sp>
        <p:nvSpPr>
          <p:cNvPr id="22" name="">
            <a:extLst xmlns:a="http://schemas.openxmlformats.org/drawingml/2006/main">
              <a:ext uri="{FF2B5EF4-FFF2-40B4-BE49-F238E27FC236}">
                <a16:creationId xmlns:a16="http://schemas.microsoft.com/office/drawing/2014/main" id="{07CBFE8A-9213-4174-89CE-C0930C5D541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E7097584-77AC-426D-A61C-686FBC68238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4" name="">
            <a:extLst xmlns:a="http://schemas.openxmlformats.org/drawingml/2006/main">
              <a:ext uri="{FF2B5EF4-FFF2-40B4-BE49-F238E27FC236}">
                <a16:creationId xmlns:a16="http://schemas.microsoft.com/office/drawing/2014/main" id="{A9233947-E70A-46AA-8C8B-748861AE7CCC}"/>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280965579"/>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099A00-468D-47E5-AF1A-21615F30C3E5}"/>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01  •  EXIT TICKET</a:t>
            </a:r>
          </a:p>
        </p:txBody>
      </p:sp>
      <p:sp>
        <p:nvSpPr>
          <p:cNvPr id="2" name="">
            <a:extLst xmlns:a="http://schemas.openxmlformats.org/drawingml/2006/main">
              <a:ext uri="{FF2B5EF4-FFF2-40B4-BE49-F238E27FC236}">
                <a16:creationId xmlns:a16="http://schemas.microsoft.com/office/drawing/2014/main" id="{F7E03CCC-799C-4BA8-850B-4CC1AB3E3F65}"/>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Name four things the harness must control that a model cannot guarantee by itself.</a:t>
            </a:r>
          </a:p>
        </p:txBody>
      </p:sp>
      <p:sp>
        <p:nvSpPr>
          <p:cNvPr id="3" name="">
            <a:extLst xmlns:a="http://schemas.openxmlformats.org/drawingml/2006/main">
              <a:ext uri="{FF2B5EF4-FFF2-40B4-BE49-F238E27FC236}">
                <a16:creationId xmlns:a16="http://schemas.microsoft.com/office/drawing/2014/main" id="{5DBA9122-A145-441A-9D6C-FF2AC43367BA}"/>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A583E580-6A00-4279-A0F5-AFE8D07827F6}"/>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FC332509-C9FA-4AD7-A514-79ED243F18A5}"/>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02</a:t>
            </a:r>
          </a:p>
        </p:txBody>
      </p:sp>
    </p:spTree>
    <p:extLst>
      <p:ext uri="{BB962C8B-B14F-4D97-AF65-F5344CB8AC3E}">
        <p14:creationId xmlns:p14="http://schemas.microsoft.com/office/powerpoint/2010/main" val="1548332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2026-07-30T15:54:23.6350000Z</dcterms:created>
  <dcterms:modified xsi:type="dcterms:W3CDTF">2026-07-30T15:54:23.6350000Z</dcterms:modified>
</coreProperties>
</file>