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38d953f74d44c1" /><Relationship Type="http://schemas.openxmlformats.org/officeDocument/2006/relationships/extended-properties" Target="/docProps/app.xml" Id="R0c3210e919e24229" /><Relationship Type="http://schemas.openxmlformats.org/officeDocument/2006/relationships/officeDocument" Target="/ppt/presentation.xml" Id="R1222e1d65f7f48d3" /></Relationships>
</file>

<file path=ppt/presentation.xml><?xml version="1.0" encoding="utf-8"?>
<p:presentation xmlns:p="http://schemas.openxmlformats.org/presentationml/2006/main">
  <p:sldMasterIdLst>
    <p:sldMasterId xmlns:r="http://schemas.openxmlformats.org/officeDocument/2006/relationships" id="2147483648" r:id="R07ad3e0fba15436f"/>
  </p:sldMasterIdLst>
  <p:notesMasterIdLst>
    <p:notesMasterId xmlns:r="http://schemas.openxmlformats.org/officeDocument/2006/relationships" r:id="Rdece0ca483824017"/>
  </p:notesMasterIdLst>
  <p:sldIdLst>
    <p:sldId xmlns:r="http://schemas.openxmlformats.org/officeDocument/2006/relationships" id="256" r:id="R75d1e5f365b044c0"/>
    <p:sldId xmlns:r="http://schemas.openxmlformats.org/officeDocument/2006/relationships" id="257" r:id="R97e79219b41f4bdd"/>
    <p:sldId xmlns:r="http://schemas.openxmlformats.org/officeDocument/2006/relationships" id="258" r:id="R0c50ff7217d54c06"/>
    <p:sldId xmlns:r="http://schemas.openxmlformats.org/officeDocument/2006/relationships" id="259" r:id="R85ec010cf14f408c"/>
    <p:sldId xmlns:r="http://schemas.openxmlformats.org/officeDocument/2006/relationships" id="260" r:id="Ref8e6164f8df42ac"/>
    <p:sldId xmlns:r="http://schemas.openxmlformats.org/officeDocument/2006/relationships" id="261" r:id="R947eb7f811b6454f"/>
    <p:sldId xmlns:r="http://schemas.openxmlformats.org/officeDocument/2006/relationships" id="262" r:id="R559589c04eb84a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e3fca89266444d" /><Relationship Type="http://schemas.openxmlformats.org/officeDocument/2006/relationships/slideMaster" Target="/ppt/slideMasters/slideMaster1.xml" Id="R07ad3e0fba15436f" /><Relationship Type="http://schemas.openxmlformats.org/officeDocument/2006/relationships/notesMaster" Target="/ppt/notesMasters/notesMaster1.xml" Id="Rdece0ca483824017" /><Relationship Type="http://schemas.openxmlformats.org/officeDocument/2006/relationships/presProps" Target="/ppt/presProps.xml" Id="Ra1fc3ed3901f4f58" /><Relationship Type="http://schemas.openxmlformats.org/officeDocument/2006/relationships/tableStyles" Target="/ppt/tableStyles.xml" Id="R5affee65ead645e8" /><Relationship Type="http://schemas.openxmlformats.org/officeDocument/2006/relationships/slide" Target="/ppt/slides/slide1.xml" Id="R75d1e5f365b044c0" /><Relationship Type="http://schemas.openxmlformats.org/officeDocument/2006/relationships/slide" Target="/ppt/slides/slide2.xml" Id="R97e79219b41f4bdd" /><Relationship Type="http://schemas.openxmlformats.org/officeDocument/2006/relationships/slide" Target="/ppt/slides/slide3.xml" Id="R0c50ff7217d54c06" /><Relationship Type="http://schemas.openxmlformats.org/officeDocument/2006/relationships/slide" Target="/ppt/slides/slide4.xml" Id="R85ec010cf14f408c" /><Relationship Type="http://schemas.openxmlformats.org/officeDocument/2006/relationships/slide" Target="/ppt/slides/slide5.xml" Id="Ref8e6164f8df42ac" /><Relationship Type="http://schemas.openxmlformats.org/officeDocument/2006/relationships/slide" Target="/ppt/slides/slide6.xml" Id="R947eb7f811b6454f" /><Relationship Type="http://schemas.openxmlformats.org/officeDocument/2006/relationships/slide" Target="/ppt/slides/slide7.xml" Id="R559589c04eb84a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907ec2c51540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0a75c20a3f4644" /><Relationship Type="http://schemas.openxmlformats.org/officeDocument/2006/relationships/notesMaster" Target="/ppt/notesMasters/notesMaster1.xml" Id="R08313957302442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e4d20009a34f04" /><Relationship Type="http://schemas.openxmlformats.org/officeDocument/2006/relationships/notesMaster" Target="/ppt/notesMasters/notesMaster1.xml" Id="R6954ba25b42946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fd8a41ad7d4f63" /><Relationship Type="http://schemas.openxmlformats.org/officeDocument/2006/relationships/notesMaster" Target="/ppt/notesMasters/notesMaster1.xml" Id="Rb89a4cefa9e54f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d9b4da2e3a42cc" /><Relationship Type="http://schemas.openxmlformats.org/officeDocument/2006/relationships/notesMaster" Target="/ppt/notesMasters/notesMaster1.xml" Id="Rffaab6212a134b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565fe13b304067" /><Relationship Type="http://schemas.openxmlformats.org/officeDocument/2006/relationships/notesMaster" Target="/ppt/notesMasters/notesMaster1.xml" Id="Rb527891110bc4d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17d449140f48ed" /><Relationship Type="http://schemas.openxmlformats.org/officeDocument/2006/relationships/notesMaster" Target="/ppt/notesMasters/notesMaster1.xml" Id="R72ea55266ea443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b94084f6344173" /><Relationship Type="http://schemas.openxmlformats.org/officeDocument/2006/relationships/notesMaster" Target="/ppt/notesMasters/notesMaster1.xml" Id="R1cf47263f0ec4e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contracts/orchestration-agent-contract.md; agents/enterprise/evidence-validation-gate.md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e3afde2ff44d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9b72df8b93420b" /><Relationship Type="http://schemas.openxmlformats.org/officeDocument/2006/relationships/slideLayout" Target="/ppt/slideLayouts/slideLayout1.xml" Id="Ra24df334047b4a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4df334047b4a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a129f8f07e4288" /><Relationship Type="http://schemas.openxmlformats.org/officeDocument/2006/relationships/notesSlide" Target="/ppt/notesSlides/notesSlide1.xml" Id="R5df6f519501e44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5f767978224459" /><Relationship Type="http://schemas.openxmlformats.org/officeDocument/2006/relationships/notesSlide" Target="/ppt/notesSlides/notesSlide2.xml" Id="R07434297896b45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632a626ae54657" /><Relationship Type="http://schemas.openxmlformats.org/officeDocument/2006/relationships/notesSlide" Target="/ppt/notesSlides/notesSlide3.xml" Id="R205e183802d44b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58c3b212734086" /><Relationship Type="http://schemas.openxmlformats.org/officeDocument/2006/relationships/notesSlide" Target="/ppt/notesSlides/notesSlide4.xml" Id="R54590ef80ebb43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0691bdcf1042b0" /><Relationship Type="http://schemas.openxmlformats.org/officeDocument/2006/relationships/notesSlide" Target="/ppt/notesSlides/notesSlide5.xml" Id="R276871d0eba141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78ef0bf1ee40c2" /><Relationship Type="http://schemas.openxmlformats.org/officeDocument/2006/relationships/notesSlide" Target="/ppt/notesSlides/notesSlide6.xml" Id="R84d8dc8428a44f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f4ad3407e54886" /><Relationship Type="http://schemas.openxmlformats.org/officeDocument/2006/relationships/notesSlide" Target="/ppt/notesSlides/notesSlide7.xml" Id="Rda866babd3b04fe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8492EB-E75E-4E0A-AC1A-64736F264838}"/>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1AA38667-646C-4C8A-B8E1-13AB5701F6F2}"/>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D9B83AF9-9D41-4F4F-B5E1-691642ABEDAE}"/>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07</a:t>
            </a:r>
          </a:p>
        </p:txBody>
      </p:sp>
      <p:sp>
        <p:nvSpPr>
          <p:cNvPr id="4" name="">
            <a:extLst xmlns:a="http://schemas.openxmlformats.org/drawingml/2006/main">
              <a:ext uri="{FF2B5EF4-FFF2-40B4-BE49-F238E27FC236}">
                <a16:creationId xmlns:a16="http://schemas.microsoft.com/office/drawing/2014/main" id="{CA00894D-3667-4508-AF5D-AC876C4F21A0}"/>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Orchestration: Fan-Out, Fan-In, and Gates</a:t>
            </a:r>
          </a:p>
        </p:txBody>
      </p:sp>
      <p:sp>
        <p:nvSpPr>
          <p:cNvPr id="5" name="">
            <a:extLst xmlns:a="http://schemas.openxmlformats.org/drawingml/2006/main">
              <a:ext uri="{FF2B5EF4-FFF2-40B4-BE49-F238E27FC236}">
                <a16:creationId xmlns:a16="http://schemas.microsoft.com/office/drawing/2014/main" id="{D014ECA4-FDDC-405C-BC8E-1BB916D8741B}"/>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coordinate many agents without hiding causality?</a:t>
            </a:r>
          </a:p>
        </p:txBody>
      </p:sp>
      <p:sp>
        <p:nvSpPr>
          <p:cNvPr id="6" name="">
            <a:extLst xmlns:a="http://schemas.openxmlformats.org/drawingml/2006/main">
              <a:ext uri="{FF2B5EF4-FFF2-40B4-BE49-F238E27FC236}">
                <a16:creationId xmlns:a16="http://schemas.microsoft.com/office/drawing/2014/main" id="{8F0FC875-26EB-4842-B56A-C52F2B174CBE}"/>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AE9597EF-3721-483F-BB30-1C9F3D0CEDA4}"/>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07</a:t>
            </a:r>
          </a:p>
        </p:txBody>
      </p:sp>
      <p:sp>
        <p:nvSpPr>
          <p:cNvPr id="8" name="">
            <a:extLst xmlns:a="http://schemas.openxmlformats.org/drawingml/2006/main">
              <a:ext uri="{FF2B5EF4-FFF2-40B4-BE49-F238E27FC236}">
                <a16:creationId xmlns:a16="http://schemas.microsoft.com/office/drawing/2014/main" id="{65034703-4841-426A-B875-8EBACCB99E8D}"/>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AD3EEBBE-0E6A-40E9-980D-4D10E8EA5881}"/>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21201264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9021BAE-F96E-4E08-93F4-F60DEC28179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7 OUTCOMES</a:t>
            </a:r>
          </a:p>
        </p:txBody>
      </p:sp>
      <p:sp>
        <p:nvSpPr>
          <p:cNvPr id="2" name="">
            <a:extLst xmlns:a="http://schemas.openxmlformats.org/drawingml/2006/main">
              <a:ext uri="{FF2B5EF4-FFF2-40B4-BE49-F238E27FC236}">
                <a16:creationId xmlns:a16="http://schemas.microsoft.com/office/drawing/2014/main" id="{E93EF6AF-5BF8-40C6-A5FA-8BB873BE1DB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3041FC67-34E8-41AF-888C-1F7CC052E99D}"/>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CACFF3E-7310-489F-99EA-2B80A2E292ED}"/>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CC4A38B-D445-480A-A65C-C1662A18DBD1}"/>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scheduler, fan-out, fan-in, and gate duties</a:t>
            </a:r>
          </a:p>
        </p:txBody>
      </p:sp>
      <p:sp>
        <p:nvSpPr>
          <p:cNvPr id="6" name="">
            <a:extLst xmlns:a="http://schemas.openxmlformats.org/drawingml/2006/main">
              <a:ext uri="{FF2B5EF4-FFF2-40B4-BE49-F238E27FC236}">
                <a16:creationId xmlns:a16="http://schemas.microsoft.com/office/drawing/2014/main" id="{41589D09-6AA5-4B49-A056-77A17D57EBB9}"/>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B97F0859-74FC-4D25-B17E-9BB8F67D5D08}"/>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4CAB81BA-7BED-4EF6-BA29-A938E498C903}"/>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Identify safe parallelism</a:t>
            </a:r>
          </a:p>
        </p:txBody>
      </p:sp>
      <p:sp>
        <p:nvSpPr>
          <p:cNvPr id="9" name="">
            <a:extLst xmlns:a="http://schemas.openxmlformats.org/drawingml/2006/main">
              <a:ext uri="{FF2B5EF4-FFF2-40B4-BE49-F238E27FC236}">
                <a16:creationId xmlns:a16="http://schemas.microsoft.com/office/drawing/2014/main" id="{A694D1C9-D821-48BB-8FFC-DEB88EE7E902}"/>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88FE790-8507-459C-9B38-FCE7B1AF48DA}"/>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18F0B3C6-C721-4043-B9B8-D27A30AB54FD}"/>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Keep orchestrators from becoming reviewers</a:t>
            </a:r>
          </a:p>
        </p:txBody>
      </p:sp>
      <p:sp>
        <p:nvSpPr>
          <p:cNvPr id="12" name="">
            <a:extLst xmlns:a="http://schemas.openxmlformats.org/drawingml/2006/main">
              <a:ext uri="{FF2B5EF4-FFF2-40B4-BE49-F238E27FC236}">
                <a16:creationId xmlns:a16="http://schemas.microsoft.com/office/drawing/2014/main" id="{CB59622C-FB1D-4D0B-A339-1B51B26ECC60}"/>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65B3E3C2-7E39-4A0A-A6A2-5FB5C13EC72C}"/>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E18B7900-F7DE-495C-A87B-49CE6B5ECDA3}"/>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A3AB0E90-22ED-43CD-B487-399F26433EE9}"/>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D4F19362-19EE-4964-8F4B-3BCB930FE883}"/>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802A23DD-8643-4287-9834-9467A11B617D}"/>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89BC1308-3A80-4357-A95B-7D1564D83DE0}"/>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4F014651-1EC5-4D35-B8B1-F1E70BF7A66C}"/>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333CC06D-B518-4973-AA9B-7CE39836694B}"/>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375C3090-5038-4052-BD7E-C51B5A0918B5}"/>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0B49A223-027C-434B-BFA5-3AF7221E142B}"/>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3F3C67BE-F457-4614-90E3-F3E70539E878}"/>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2A363429-9F24-42C5-AD5B-EE8D442DEA82}"/>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EB8140B3-23B5-44C5-9629-C40B02C304E4}"/>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7370C279-0DE1-4A1A-ADFB-E6B00D0CCFF7}"/>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07DF2328-0790-4DAB-B299-C29C645F7FC5}"/>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25C4580A-54C4-42C1-8D7E-014D4488E60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84B26104-B1C4-49D1-AB30-B2DD6FE2F61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30" name="">
            <a:extLst xmlns:a="http://schemas.openxmlformats.org/drawingml/2006/main">
              <a:ext uri="{FF2B5EF4-FFF2-40B4-BE49-F238E27FC236}">
                <a16:creationId xmlns:a16="http://schemas.microsoft.com/office/drawing/2014/main" id="{03CA7DA6-830B-4AA9-8D81-9B6E189A5F8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399758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828E774-83DD-4794-B7F9-0789CEA90B1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E1B625AB-FC81-478B-ABDC-FA2E24A9ED7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E5F94601-DFAA-4669-A34B-DC544E508F87}"/>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C5A9758-5B7A-4F56-B773-DE10E4ED051E}"/>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ORCH-SCHED</a:t>
            </a:r>
          </a:p>
        </p:txBody>
      </p:sp>
      <p:sp>
        <p:nvSpPr>
          <p:cNvPr id="5" name="">
            <a:extLst xmlns:a="http://schemas.openxmlformats.org/drawingml/2006/main">
              <a:ext uri="{FF2B5EF4-FFF2-40B4-BE49-F238E27FC236}">
                <a16:creationId xmlns:a16="http://schemas.microsoft.com/office/drawing/2014/main" id="{C38DB209-29D7-42E2-8C3C-27B43FF807B2}"/>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Selects roles + versions</a:t>
            </a:r>
          </a:p>
        </p:txBody>
      </p:sp>
      <p:sp>
        <p:nvSpPr>
          <p:cNvPr id="6" name="">
            <a:extLst xmlns:a="http://schemas.openxmlformats.org/drawingml/2006/main">
              <a:ext uri="{FF2B5EF4-FFF2-40B4-BE49-F238E27FC236}">
                <a16:creationId xmlns:a16="http://schemas.microsoft.com/office/drawing/2014/main" id="{BD1558DE-AFF1-4652-8BBB-31A5C9EE2EB5}"/>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3D96784-5924-4F04-902B-C6BF941AA0A9}"/>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ORCH-FANOUT</a:t>
            </a:r>
          </a:p>
        </p:txBody>
      </p:sp>
      <p:sp>
        <p:nvSpPr>
          <p:cNvPr id="8" name="">
            <a:extLst xmlns:a="http://schemas.openxmlformats.org/drawingml/2006/main">
              <a:ext uri="{FF2B5EF4-FFF2-40B4-BE49-F238E27FC236}">
                <a16:creationId xmlns:a16="http://schemas.microsoft.com/office/drawing/2014/main" id="{55AD511C-8789-49FE-9A85-510168AD63E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Dispatches independent work</a:t>
            </a:r>
          </a:p>
        </p:txBody>
      </p:sp>
      <p:sp>
        <p:nvSpPr>
          <p:cNvPr id="9" name="">
            <a:extLst xmlns:a="http://schemas.openxmlformats.org/drawingml/2006/main">
              <a:ext uri="{FF2B5EF4-FFF2-40B4-BE49-F238E27FC236}">
                <a16:creationId xmlns:a16="http://schemas.microsoft.com/office/drawing/2014/main" id="{0920EEC7-9554-49B7-A8FB-091F9E1E7B82}"/>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FC902D31-C8EC-4C15-B487-ABD708718BDC}"/>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ORCH-FANIN</a:t>
            </a:r>
          </a:p>
        </p:txBody>
      </p:sp>
      <p:sp>
        <p:nvSpPr>
          <p:cNvPr id="11" name="">
            <a:extLst xmlns:a="http://schemas.openxmlformats.org/drawingml/2006/main">
              <a:ext uri="{FF2B5EF4-FFF2-40B4-BE49-F238E27FC236}">
                <a16:creationId xmlns:a16="http://schemas.microsoft.com/office/drawing/2014/main" id="{CE78CFDE-13EA-48F5-9321-1DE7340692D2}"/>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Validates prerequisites</a:t>
            </a:r>
          </a:p>
        </p:txBody>
      </p:sp>
      <p:sp>
        <p:nvSpPr>
          <p:cNvPr id="12" name="">
            <a:extLst xmlns:a="http://schemas.openxmlformats.org/drawingml/2006/main">
              <a:ext uri="{FF2B5EF4-FFF2-40B4-BE49-F238E27FC236}">
                <a16:creationId xmlns:a16="http://schemas.microsoft.com/office/drawing/2014/main" id="{C02D74DE-E4C8-483D-BD93-9CBAE2D27A7A}"/>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F720132-E16B-4AE1-89C9-F8ECCDBAA184}"/>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ENT-EVIDENCE</a:t>
            </a:r>
          </a:p>
        </p:txBody>
      </p:sp>
      <p:sp>
        <p:nvSpPr>
          <p:cNvPr id="14" name="">
            <a:extLst xmlns:a="http://schemas.openxmlformats.org/drawingml/2006/main">
              <a:ext uri="{FF2B5EF4-FFF2-40B4-BE49-F238E27FC236}">
                <a16:creationId xmlns:a16="http://schemas.microsoft.com/office/drawing/2014/main" id="{F69283F4-5946-475D-894A-6C3B1E8DA31D}"/>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Gates enterprise fitness</a:t>
            </a:r>
          </a:p>
        </p:txBody>
      </p:sp>
      <p:sp>
        <p:nvSpPr>
          <p:cNvPr id="15" name="">
            <a:extLst xmlns:a="http://schemas.openxmlformats.org/drawingml/2006/main">
              <a:ext uri="{FF2B5EF4-FFF2-40B4-BE49-F238E27FC236}">
                <a16:creationId xmlns:a16="http://schemas.microsoft.com/office/drawing/2014/main" id="{114BB04D-D713-414E-AD22-152C04DAACFA}"/>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F41AF041-CE40-496D-87BA-C992D5F0BD71}"/>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234E5B4B-B149-4C84-AEBF-BF3EF6453D40}"/>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602B9413-5C24-4085-BA8E-2DC202362C9F}"/>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9D1230C0-007A-4453-9F05-99BDF47F287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A8ABADFB-5BD9-4B5E-B2B7-B95647E45AD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21" name="">
            <a:extLst xmlns:a="http://schemas.openxmlformats.org/drawingml/2006/main">
              <a:ext uri="{FF2B5EF4-FFF2-40B4-BE49-F238E27FC236}">
                <a16:creationId xmlns:a16="http://schemas.microsoft.com/office/drawing/2014/main" id="{03DDD658-9BF2-4C1E-BCC3-31F5AD32852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6362843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5436541-1F91-4B6B-9449-B9E0404BF3F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7FEE90A0-E9C1-4CB8-93F5-46181824FC3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91400C82-D60D-49B4-B412-A367F8873B64}"/>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62EF9B0-66D2-4C16-AA1C-5D2DC25A3647}"/>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C47114A6-9366-40C5-942B-F9BE04880504}"/>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Schedule</a:t>
            </a:r>
          </a:p>
        </p:txBody>
      </p:sp>
      <p:sp>
        <p:nvSpPr>
          <p:cNvPr id="6" name="">
            <a:extLst xmlns:a="http://schemas.openxmlformats.org/drawingml/2006/main">
              <a:ext uri="{FF2B5EF4-FFF2-40B4-BE49-F238E27FC236}">
                <a16:creationId xmlns:a16="http://schemas.microsoft.com/office/drawing/2014/main" id="{3ACBCB12-CB58-425E-AB72-35FF8F5C4FEF}"/>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72B1716C-FBD8-4A62-AA9A-5BA22ADE4AC8}"/>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407011EC-C2D3-4E43-9FE3-C3540B7567A0}"/>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5840E47E-2160-42C6-A32A-A2F351A396D8}"/>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849272C2-8729-48EA-9C62-289F9FD8BCF3}"/>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Parallel reviews</a:t>
            </a:r>
          </a:p>
        </p:txBody>
      </p:sp>
      <p:sp>
        <p:nvSpPr>
          <p:cNvPr id="11" name="">
            <a:extLst xmlns:a="http://schemas.openxmlformats.org/drawingml/2006/main">
              <a:ext uri="{FF2B5EF4-FFF2-40B4-BE49-F238E27FC236}">
                <a16:creationId xmlns:a16="http://schemas.microsoft.com/office/drawing/2014/main" id="{2D9D9DB1-400E-4E71-A952-37B5B76F657D}"/>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EAFEDCEB-8D7E-4D61-9351-FA1079C5D3BC}"/>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7CA6A40C-7CAC-4A0E-B5AD-64EB6ADB1147}"/>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B43A4666-95D0-47C8-9EA4-AF7165EC8697}"/>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F10A7774-E2E4-4979-8820-9358CBD3CE35}"/>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Track executions</a:t>
            </a:r>
          </a:p>
        </p:txBody>
      </p:sp>
      <p:sp>
        <p:nvSpPr>
          <p:cNvPr id="16" name="">
            <a:extLst xmlns:a="http://schemas.openxmlformats.org/drawingml/2006/main">
              <a:ext uri="{FF2B5EF4-FFF2-40B4-BE49-F238E27FC236}">
                <a16:creationId xmlns:a16="http://schemas.microsoft.com/office/drawing/2014/main" id="{E55C338B-1C2D-4684-B004-DC5836076CEB}"/>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0B56D13B-75AE-4004-A79C-827043B4994A}"/>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B07B5832-E445-4D7C-8151-487AB7E5181A}"/>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F7999762-A49B-4320-B17A-5A723B1D85DD}"/>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483D742C-6FA8-4928-987B-6FE47FF2B01E}"/>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Validate join</a:t>
            </a:r>
          </a:p>
        </p:txBody>
      </p:sp>
      <p:sp>
        <p:nvSpPr>
          <p:cNvPr id="21" name="">
            <a:extLst xmlns:a="http://schemas.openxmlformats.org/drawingml/2006/main">
              <a:ext uri="{FF2B5EF4-FFF2-40B4-BE49-F238E27FC236}">
                <a16:creationId xmlns:a16="http://schemas.microsoft.com/office/drawing/2014/main" id="{CA68BC46-F49D-4A6B-8A55-7A8FBBC96CE4}"/>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4F87A116-B9DD-485C-80DC-0D0213B9DA0B}"/>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C599B34C-3E09-45DC-9800-DA7A03FCBEF8}"/>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007974A3-F2BE-4F14-B94B-70E6BAA93614}"/>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514A1493-10C2-467D-998A-E34FDB65CA10}"/>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Route artifacts</a:t>
            </a:r>
          </a:p>
        </p:txBody>
      </p:sp>
      <p:sp>
        <p:nvSpPr>
          <p:cNvPr id="26" name="">
            <a:extLst xmlns:a="http://schemas.openxmlformats.org/drawingml/2006/main">
              <a:ext uri="{FF2B5EF4-FFF2-40B4-BE49-F238E27FC236}">
                <a16:creationId xmlns:a16="http://schemas.microsoft.com/office/drawing/2014/main" id="{923AE576-A1D5-4EC0-99B0-88264EA3B772}"/>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1D945322-4959-4C8F-8726-E2554D5A5494}"/>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D739F23B-35E8-46D2-AB05-DAF7AF26ED65}"/>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29" name="">
            <a:extLst xmlns:a="http://schemas.openxmlformats.org/drawingml/2006/main">
              <a:ext uri="{FF2B5EF4-FFF2-40B4-BE49-F238E27FC236}">
                <a16:creationId xmlns:a16="http://schemas.microsoft.com/office/drawing/2014/main" id="{812E70BF-E1D7-4ADD-8695-849592AB516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8488243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58220C-BA80-40DF-981E-B511DE6990B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72D27693-4848-4E4E-B540-25D2347D141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F86D57B9-1DAF-47CA-9074-BAA89EF8050D}"/>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1BA37A1-47D2-4A6F-A581-5207D05EC644}"/>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45C15981-AB96-491F-8978-E511F82C7F00}"/>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Design a release-review workflow with dependencies, retries, and a human gate.</a:t>
            </a:r>
          </a:p>
        </p:txBody>
      </p:sp>
      <p:sp>
        <p:nvSpPr>
          <p:cNvPr id="6" name="">
            <a:extLst xmlns:a="http://schemas.openxmlformats.org/drawingml/2006/main">
              <a:ext uri="{FF2B5EF4-FFF2-40B4-BE49-F238E27FC236}">
                <a16:creationId xmlns:a16="http://schemas.microsoft.com/office/drawing/2014/main" id="{8BE30088-C3ED-46AA-A970-1C5F439149CD}"/>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A95D7922-9BAA-41F8-8721-F615C77A8F71}"/>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FA6AA629-35A1-4CC2-AC8D-2064995C76C6}"/>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Mark parallel work</a:t>
            </a:r>
          </a:p>
        </p:txBody>
      </p:sp>
      <p:sp>
        <p:nvSpPr>
          <p:cNvPr id="9" name="">
            <a:extLst xmlns:a="http://schemas.openxmlformats.org/drawingml/2006/main">
              <a:ext uri="{FF2B5EF4-FFF2-40B4-BE49-F238E27FC236}">
                <a16:creationId xmlns:a16="http://schemas.microsoft.com/office/drawing/2014/main" id="{FA3C731B-D283-44AB-81C1-4F32A556DDD6}"/>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A34D5A5-054D-4C46-880C-6BC22D0D1950}"/>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458B5328-BC88-430F-87DE-1B332B5E5B4D}"/>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Define join guard</a:t>
            </a:r>
          </a:p>
        </p:txBody>
      </p:sp>
      <p:sp>
        <p:nvSpPr>
          <p:cNvPr id="12" name="">
            <a:extLst xmlns:a="http://schemas.openxmlformats.org/drawingml/2006/main">
              <a:ext uri="{FF2B5EF4-FFF2-40B4-BE49-F238E27FC236}">
                <a16:creationId xmlns:a16="http://schemas.microsoft.com/office/drawing/2014/main" id="{DBDA3304-654F-4CE4-AC5E-F262E5716358}"/>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C2AB27CA-6028-4F23-9F96-2F22ECA75C3C}"/>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E0437A37-406A-4CD5-8053-366774ECFDC5}"/>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Place decision point</a:t>
            </a:r>
          </a:p>
        </p:txBody>
      </p:sp>
      <p:sp>
        <p:nvSpPr>
          <p:cNvPr id="15" name="">
            <a:extLst xmlns:a="http://schemas.openxmlformats.org/drawingml/2006/main">
              <a:ext uri="{FF2B5EF4-FFF2-40B4-BE49-F238E27FC236}">
                <a16:creationId xmlns:a16="http://schemas.microsoft.com/office/drawing/2014/main" id="{22544CA8-4E2E-46CD-90B4-6410D5E6B64A}"/>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0911BAF9-DE85-4F1B-91A2-55FC8B165A3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F130B61-A03C-4787-95EB-C172105A95D0}"/>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18" name="">
            <a:extLst xmlns:a="http://schemas.openxmlformats.org/drawingml/2006/main">
              <a:ext uri="{FF2B5EF4-FFF2-40B4-BE49-F238E27FC236}">
                <a16:creationId xmlns:a16="http://schemas.microsoft.com/office/drawing/2014/main" id="{FDDBC3FD-E64E-43D5-95FA-C714A635BC4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3645751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4E36D95-82F3-4E0F-B7C1-44CF5C4ACA27}"/>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2DE1031A-5FD4-447D-9588-D8BB8EEECA4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5655C093-BBFB-4408-BD2B-B784B566CBA2}"/>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Draft an orchestration prompt that routes work but never creates findings.</a:t>
            </a:r>
          </a:p>
        </p:txBody>
      </p:sp>
      <p:sp>
        <p:nvSpPr>
          <p:cNvPr id="4" name="">
            <a:extLst xmlns:a="http://schemas.openxmlformats.org/drawingml/2006/main">
              <a:ext uri="{FF2B5EF4-FFF2-40B4-BE49-F238E27FC236}">
                <a16:creationId xmlns:a16="http://schemas.microsoft.com/office/drawing/2014/main" id="{2086C14A-4190-4DEE-95E9-2154CD6AEE07}"/>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5CF36798-B3F9-44A4-B5C3-67943AE94568}"/>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5D186786-A74E-40DE-AAF7-3A88A374A951}"/>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Select</a:t>
            </a:r>
          </a:p>
        </p:txBody>
      </p:sp>
      <p:sp>
        <p:nvSpPr>
          <p:cNvPr id="7" name="">
            <a:extLst xmlns:a="http://schemas.openxmlformats.org/drawingml/2006/main">
              <a:ext uri="{FF2B5EF4-FFF2-40B4-BE49-F238E27FC236}">
                <a16:creationId xmlns:a16="http://schemas.microsoft.com/office/drawing/2014/main" id="{5EF190CE-EFAC-4088-BF0F-2834B5734852}"/>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8967BC3E-E9BF-4D40-A22C-E1E4D1C8BAB9}"/>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77C2305F-C261-4563-A127-997576568254}"/>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Dispatch</a:t>
            </a:r>
          </a:p>
        </p:txBody>
      </p:sp>
      <p:sp>
        <p:nvSpPr>
          <p:cNvPr id="10" name="">
            <a:extLst xmlns:a="http://schemas.openxmlformats.org/drawingml/2006/main">
              <a:ext uri="{FF2B5EF4-FFF2-40B4-BE49-F238E27FC236}">
                <a16:creationId xmlns:a16="http://schemas.microsoft.com/office/drawing/2014/main" id="{E09334D0-539F-41C0-A6BE-41C56651FDE8}"/>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C6256B3-717D-40D4-A64F-E8174CE16080}"/>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265C5E36-92BD-4B95-AE2B-3217211826C1}"/>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Track</a:t>
            </a:r>
          </a:p>
        </p:txBody>
      </p:sp>
      <p:sp>
        <p:nvSpPr>
          <p:cNvPr id="13" name="">
            <a:extLst xmlns:a="http://schemas.openxmlformats.org/drawingml/2006/main">
              <a:ext uri="{FF2B5EF4-FFF2-40B4-BE49-F238E27FC236}">
                <a16:creationId xmlns:a16="http://schemas.microsoft.com/office/drawing/2014/main" id="{39F5FD91-7C15-41A6-8F7E-BA9F4AEC7859}"/>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623C726B-05B2-4441-8AD3-95FB9B069BC9}"/>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09294A8-585E-4481-8AD8-B21FD0B465D5}"/>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Validate</a:t>
            </a:r>
          </a:p>
        </p:txBody>
      </p:sp>
      <p:sp>
        <p:nvSpPr>
          <p:cNvPr id="16" name="">
            <a:extLst xmlns:a="http://schemas.openxmlformats.org/drawingml/2006/main">
              <a:ext uri="{FF2B5EF4-FFF2-40B4-BE49-F238E27FC236}">
                <a16:creationId xmlns:a16="http://schemas.microsoft.com/office/drawing/2014/main" id="{32DD2DBA-7E1B-46BE-9C27-FB927A370C42}"/>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9CF8DD83-AC94-4B94-9AC3-104DC5FE361F}"/>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88685D06-1D2B-4376-8B78-10167888F3D4}"/>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Route</a:t>
            </a:r>
          </a:p>
        </p:txBody>
      </p:sp>
      <p:sp>
        <p:nvSpPr>
          <p:cNvPr id="19" name="">
            <a:extLst xmlns:a="http://schemas.openxmlformats.org/drawingml/2006/main">
              <a:ext uri="{FF2B5EF4-FFF2-40B4-BE49-F238E27FC236}">
                <a16:creationId xmlns:a16="http://schemas.microsoft.com/office/drawing/2014/main" id="{F7CE5C0F-3EBC-457A-85BE-2DCAFA39AB2F}"/>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1AE9AC66-B459-4812-A104-89EB6053471D}"/>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0A743C57-B3EC-45FD-9967-61EA7847799C}"/>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Never assess domain</a:t>
            </a:r>
          </a:p>
        </p:txBody>
      </p:sp>
      <p:sp>
        <p:nvSpPr>
          <p:cNvPr id="22" name="">
            <a:extLst xmlns:a="http://schemas.openxmlformats.org/drawingml/2006/main">
              <a:ext uri="{FF2B5EF4-FFF2-40B4-BE49-F238E27FC236}">
                <a16:creationId xmlns:a16="http://schemas.microsoft.com/office/drawing/2014/main" id="{CC097E77-CABD-493C-9453-B16776EFAB8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F4DA1680-94E8-4E8A-B001-90C8C5961B1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07  •  CODE REVIEW HARNESS</a:t>
            </a:r>
          </a:p>
        </p:txBody>
      </p:sp>
      <p:sp>
        <p:nvSpPr>
          <p:cNvPr id="24" name="">
            <a:extLst xmlns:a="http://schemas.openxmlformats.org/drawingml/2006/main">
              <a:ext uri="{FF2B5EF4-FFF2-40B4-BE49-F238E27FC236}">
                <a16:creationId xmlns:a16="http://schemas.microsoft.com/office/drawing/2014/main" id="{850B04F5-CE9F-49AE-99DA-922FAA14FED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413926630"/>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23D1C8-5A9C-47D5-92D1-4BBCA938BE1C}"/>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07  •  EXIT TICKET</a:t>
            </a:r>
          </a:p>
        </p:txBody>
      </p:sp>
      <p:sp>
        <p:nvSpPr>
          <p:cNvPr id="2" name="">
            <a:extLst xmlns:a="http://schemas.openxmlformats.org/drawingml/2006/main">
              <a:ext uri="{FF2B5EF4-FFF2-40B4-BE49-F238E27FC236}">
                <a16:creationId xmlns:a16="http://schemas.microsoft.com/office/drawing/2014/main" id="{5390268F-3E07-4903-A97F-67972CEA2C36}"/>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Draw a safe fan-out/fan-in graph and write its join guard.</a:t>
            </a:r>
          </a:p>
        </p:txBody>
      </p:sp>
      <p:sp>
        <p:nvSpPr>
          <p:cNvPr id="3" name="">
            <a:extLst xmlns:a="http://schemas.openxmlformats.org/drawingml/2006/main">
              <a:ext uri="{FF2B5EF4-FFF2-40B4-BE49-F238E27FC236}">
                <a16:creationId xmlns:a16="http://schemas.microsoft.com/office/drawing/2014/main" id="{E7647C7C-7216-4E45-A7A5-40F19107E943}"/>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894C9EB5-383D-4419-8156-76A34AD19C78}"/>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65BBB59B-FE90-4380-BCE6-184AE0EEACD2}"/>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08</a:t>
            </a:r>
          </a:p>
        </p:txBody>
      </p:sp>
    </p:spTree>
    <p:extLst>
      <p:ext uri="{BB962C8B-B14F-4D97-AF65-F5344CB8AC3E}">
        <p14:creationId xmlns:p14="http://schemas.microsoft.com/office/powerpoint/2010/main" val="12190057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2026-07-30T15:54:46.2600000Z</dcterms:created>
  <dcterms:modified xsi:type="dcterms:W3CDTF">2026-07-30T15:54:46.2600000Z</dcterms:modified>
</coreProperties>
</file>