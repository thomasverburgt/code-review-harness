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7527ff46df4e00" /><Relationship Type="http://schemas.openxmlformats.org/officeDocument/2006/relationships/extended-properties" Target="/docProps/app.xml" Id="Reaa92adf8e364a48" /><Relationship Type="http://schemas.openxmlformats.org/officeDocument/2006/relationships/officeDocument" Target="/ppt/presentation.xml" Id="R4e8ffdd4f9c04e66" /></Relationships>
</file>

<file path=ppt/presentation.xml><?xml version="1.0" encoding="utf-8"?>
<p:presentation xmlns:p="http://schemas.openxmlformats.org/presentationml/2006/main">
  <p:sldMasterIdLst>
    <p:sldMasterId xmlns:r="http://schemas.openxmlformats.org/officeDocument/2006/relationships" id="2147483648" r:id="R52a320b773ed4602"/>
  </p:sldMasterIdLst>
  <p:notesMasterIdLst>
    <p:notesMasterId xmlns:r="http://schemas.openxmlformats.org/officeDocument/2006/relationships" r:id="Rdb49185a7f494deb"/>
  </p:notesMasterIdLst>
  <p:sldIdLst>
    <p:sldId xmlns:r="http://schemas.openxmlformats.org/officeDocument/2006/relationships" id="256" r:id="R10dd4a2f4c0549ab"/>
    <p:sldId xmlns:r="http://schemas.openxmlformats.org/officeDocument/2006/relationships" id="257" r:id="R11f8c2dcc440469e"/>
    <p:sldId xmlns:r="http://schemas.openxmlformats.org/officeDocument/2006/relationships" id="258" r:id="Rc564f6cbd7d449d8"/>
    <p:sldId xmlns:r="http://schemas.openxmlformats.org/officeDocument/2006/relationships" id="259" r:id="R9fef6de60c4c4d17"/>
    <p:sldId xmlns:r="http://schemas.openxmlformats.org/officeDocument/2006/relationships" id="260" r:id="R970d7af0d7a74eb9"/>
    <p:sldId xmlns:r="http://schemas.openxmlformats.org/officeDocument/2006/relationships" id="261" r:id="Rbb69d16046a6411f"/>
    <p:sldId xmlns:r="http://schemas.openxmlformats.org/officeDocument/2006/relationships" id="262" r:id="Ra835dc6cd9f044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9fae7d7a4a46cf" /><Relationship Type="http://schemas.openxmlformats.org/officeDocument/2006/relationships/slideMaster" Target="/ppt/slideMasters/slideMaster1.xml" Id="R52a320b773ed4602" /><Relationship Type="http://schemas.openxmlformats.org/officeDocument/2006/relationships/notesMaster" Target="/ppt/notesMasters/notesMaster1.xml" Id="Rdb49185a7f494deb" /><Relationship Type="http://schemas.openxmlformats.org/officeDocument/2006/relationships/presProps" Target="/ppt/presProps.xml" Id="R0fceb02decab4f47" /><Relationship Type="http://schemas.openxmlformats.org/officeDocument/2006/relationships/tableStyles" Target="/ppt/tableStyles.xml" Id="R9bfa97da87344145" /><Relationship Type="http://schemas.openxmlformats.org/officeDocument/2006/relationships/slide" Target="/ppt/slides/slide1.xml" Id="R10dd4a2f4c0549ab" /><Relationship Type="http://schemas.openxmlformats.org/officeDocument/2006/relationships/slide" Target="/ppt/slides/slide2.xml" Id="R11f8c2dcc440469e" /><Relationship Type="http://schemas.openxmlformats.org/officeDocument/2006/relationships/slide" Target="/ppt/slides/slide3.xml" Id="Rc564f6cbd7d449d8" /><Relationship Type="http://schemas.openxmlformats.org/officeDocument/2006/relationships/slide" Target="/ppt/slides/slide4.xml" Id="R9fef6de60c4c4d17" /><Relationship Type="http://schemas.openxmlformats.org/officeDocument/2006/relationships/slide" Target="/ppt/slides/slide5.xml" Id="R970d7af0d7a74eb9" /><Relationship Type="http://schemas.openxmlformats.org/officeDocument/2006/relationships/slide" Target="/ppt/slides/slide6.xml" Id="Rbb69d16046a6411f" /><Relationship Type="http://schemas.openxmlformats.org/officeDocument/2006/relationships/slide" Target="/ppt/slides/slide7.xml" Id="Ra835dc6cd9f044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254577f06c47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5f7a9951fc4cab" /><Relationship Type="http://schemas.openxmlformats.org/officeDocument/2006/relationships/notesMaster" Target="/ppt/notesMasters/notesMaster1.xml" Id="Rdb451a6df2c849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d1e73b17514dd0" /><Relationship Type="http://schemas.openxmlformats.org/officeDocument/2006/relationships/notesMaster" Target="/ppt/notesMasters/notesMaster1.xml" Id="R8694967eb03f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c914983fe4401e" /><Relationship Type="http://schemas.openxmlformats.org/officeDocument/2006/relationships/notesMaster" Target="/ppt/notesMasters/notesMaster1.xml" Id="R2142e480023447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891762fdbb4101" /><Relationship Type="http://schemas.openxmlformats.org/officeDocument/2006/relationships/notesMaster" Target="/ppt/notesMasters/notesMaster1.xml" Id="R8777150fde7543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975d72e968477d" /><Relationship Type="http://schemas.openxmlformats.org/officeDocument/2006/relationships/notesMaster" Target="/ppt/notesMasters/notesMaster1.xml" Id="R7f3d6785f77046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5910dd988741c3" /><Relationship Type="http://schemas.openxmlformats.org/officeDocument/2006/relationships/notesMaster" Target="/ppt/notesMasters/notesMaster1.xml" Id="Rc5aa515082e748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1b947dbaa84697" /><Relationship Type="http://schemas.openxmlformats.org/officeDocument/2006/relationships/notesMaster" Target="/ppt/notesMasters/notesMaster1.xml" Id="Re39e28f5ac5e47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contracts/evidence-contract.md; contracts/evidence-flow-model.md;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4cd35c2d0e4e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6bbbfd0904465b" /><Relationship Type="http://schemas.openxmlformats.org/officeDocument/2006/relationships/slideLayout" Target="/ppt/slideLayouts/slideLayout1.xml" Id="R80aecce5ca7243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aecce5ca7243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278d248e4248ea" /><Relationship Type="http://schemas.openxmlformats.org/officeDocument/2006/relationships/notesSlide" Target="/ppt/notesSlides/notesSlide1.xml" Id="R757a224eb77b4e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afa44d0ddc4102" /><Relationship Type="http://schemas.openxmlformats.org/officeDocument/2006/relationships/notesSlide" Target="/ppt/notesSlides/notesSlide2.xml" Id="R87f5085900f84e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428adb7cc3402a" /><Relationship Type="http://schemas.openxmlformats.org/officeDocument/2006/relationships/notesSlide" Target="/ppt/notesSlides/notesSlide3.xml" Id="Rc965ae47053c44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fc91f71a9e4fcb" /><Relationship Type="http://schemas.openxmlformats.org/officeDocument/2006/relationships/notesSlide" Target="/ppt/notesSlides/notesSlide4.xml" Id="R907a891c28ac4b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7efbf42cc74b6c" /><Relationship Type="http://schemas.openxmlformats.org/officeDocument/2006/relationships/notesSlide" Target="/ppt/notesSlides/notesSlide5.xml" Id="R435d9f7f878845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b5834891b44edb" /><Relationship Type="http://schemas.openxmlformats.org/officeDocument/2006/relationships/notesSlide" Target="/ppt/notesSlides/notesSlide6.xml" Id="R2a492d409f3d41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5ec194a238447e" /><Relationship Type="http://schemas.openxmlformats.org/officeDocument/2006/relationships/notesSlide" Target="/ppt/notesSlides/notesSlide7.xml" Id="R34f69e27cf45496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0B1D81-76DB-40EF-8040-904D9BAE7059}"/>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23F0FA08-DA55-4784-B6F8-5FA1CD785295}"/>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0E4A6311-B729-49F1-B810-75E948DD9091}"/>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03</a:t>
            </a:r>
          </a:p>
        </p:txBody>
      </p:sp>
      <p:sp>
        <p:nvSpPr>
          <p:cNvPr id="4" name="">
            <a:extLst xmlns:a="http://schemas.openxmlformats.org/drawingml/2006/main">
              <a:ext uri="{FF2B5EF4-FFF2-40B4-BE49-F238E27FC236}">
                <a16:creationId xmlns:a16="http://schemas.microsoft.com/office/drawing/2014/main" id="{436AD1D5-B8C5-476D-91D7-ACAA0DE17A4F}"/>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Evidence, Provenance, and Traceability</a:t>
            </a:r>
          </a:p>
        </p:txBody>
      </p:sp>
      <p:sp>
        <p:nvSpPr>
          <p:cNvPr id="5" name="">
            <a:extLst xmlns:a="http://schemas.openxmlformats.org/drawingml/2006/main">
              <a:ext uri="{FF2B5EF4-FFF2-40B4-BE49-F238E27FC236}">
                <a16:creationId xmlns:a16="http://schemas.microsoft.com/office/drawing/2014/main" id="{C1C37DFE-56B2-41F3-80F9-0DE576FC0EBB}"/>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Can another engineer reproduce why this finding exists?</a:t>
            </a:r>
          </a:p>
        </p:txBody>
      </p:sp>
      <p:sp>
        <p:nvSpPr>
          <p:cNvPr id="6" name="">
            <a:extLst xmlns:a="http://schemas.openxmlformats.org/drawingml/2006/main">
              <a:ext uri="{FF2B5EF4-FFF2-40B4-BE49-F238E27FC236}">
                <a16:creationId xmlns:a16="http://schemas.microsoft.com/office/drawing/2014/main" id="{CFD9826A-4D6D-4C5A-B9C8-63AB82D19465}"/>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A8BDE2F-0CE6-4C54-A751-D6186B5DBDE9}"/>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E8B29046-1C9B-41CA-95BE-AE2AD0563EB4}"/>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8F15053F-5917-48FF-8366-2381E9959A72}"/>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8506183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80FB00F-D34A-4D2D-95F3-9FB33409CD0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3 OUTCOMES</a:t>
            </a:r>
          </a:p>
        </p:txBody>
      </p:sp>
      <p:sp>
        <p:nvSpPr>
          <p:cNvPr id="2" name="">
            <a:extLst xmlns:a="http://schemas.openxmlformats.org/drawingml/2006/main">
              <a:ext uri="{FF2B5EF4-FFF2-40B4-BE49-F238E27FC236}">
                <a16:creationId xmlns:a16="http://schemas.microsoft.com/office/drawing/2014/main" id="{C276FA53-B7E1-45C9-B4DA-BE552746F1B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B0CDFE8E-59EE-42D9-B5D8-5D2CEC19A847}"/>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2E86B21-05EB-4C8B-9826-FD423BDBCF42}"/>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70206F9-2772-4377-AC7C-9E218CC93B19}"/>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Build a complete evidence chain</a:t>
            </a:r>
          </a:p>
        </p:txBody>
      </p:sp>
      <p:sp>
        <p:nvSpPr>
          <p:cNvPr id="6" name="">
            <a:extLst xmlns:a="http://schemas.openxmlformats.org/drawingml/2006/main">
              <a:ext uri="{FF2B5EF4-FFF2-40B4-BE49-F238E27FC236}">
                <a16:creationId xmlns:a16="http://schemas.microsoft.com/office/drawing/2014/main" id="{FA6CBCC8-A23C-46CD-8149-62B36CAD0EE3}"/>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67E9271-33F3-43B8-9414-B2F06A219317}"/>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872EB8E7-4E61-4D57-88B3-EBCC6F45B5E3}"/>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Use provenance, coverage, and confidence correctly</a:t>
            </a:r>
          </a:p>
        </p:txBody>
      </p:sp>
      <p:sp>
        <p:nvSpPr>
          <p:cNvPr id="9" name="">
            <a:extLst xmlns:a="http://schemas.openxmlformats.org/drawingml/2006/main">
              <a:ext uri="{FF2B5EF4-FFF2-40B4-BE49-F238E27FC236}">
                <a16:creationId xmlns:a16="http://schemas.microsoft.com/office/drawing/2014/main" id="{27F044D0-6FA4-4DAA-AE5F-C5D7C6ABAEDF}"/>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0A31E1D-BE55-4AFA-87E1-BA0EC94A4AD4}"/>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F0304982-8852-491B-B9BC-42C1FC8D604E}"/>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Handle missing, stale, and conflicting evidence</a:t>
            </a:r>
          </a:p>
        </p:txBody>
      </p:sp>
      <p:sp>
        <p:nvSpPr>
          <p:cNvPr id="12" name="">
            <a:extLst xmlns:a="http://schemas.openxmlformats.org/drawingml/2006/main">
              <a:ext uri="{FF2B5EF4-FFF2-40B4-BE49-F238E27FC236}">
                <a16:creationId xmlns:a16="http://schemas.microsoft.com/office/drawing/2014/main" id="{C265F1AD-E09F-4515-8DB5-28934CEFC1BC}"/>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36639053-2CB1-4CB2-B5C0-B45DD12DC411}"/>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BC1B5CAE-0B8A-499C-8387-CF242F929F6C}"/>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412007A3-F6AC-4E2C-8619-ECEBBD0C6310}"/>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7C08902C-0764-484E-A603-731B86630F15}"/>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271B8D48-BAAB-4EBE-9AC1-ADB63B02DCEF}"/>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A7FB3774-A3C5-4D01-A70F-06458389C163}"/>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D09B48FC-6DD3-42FF-9A53-C385ABACA42D}"/>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8FD91DEF-BD9B-49A1-8CEA-1D89E70477EA}"/>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58DC8064-421F-4655-B7A2-2467D24576C3}"/>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726C46AA-F9F0-406B-9456-093B9F43BEF9}"/>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8DCFB7B6-170F-4EFE-BEA9-131B9255D653}"/>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731CD4C9-AAE2-4CA8-8C66-82DF48ED3F76}"/>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4FEF2ED4-BC59-44D7-BE58-0C55140045DA}"/>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258003F9-5EA7-4E57-86D5-0F25E02A3E9D}"/>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D5F04A25-5306-4366-9205-4988146DB43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A6C0900D-5579-41DF-B4AF-AEADB3C13B9D}"/>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D4E64E62-F544-4EEC-96F3-0FB218C3AAA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30" name="">
            <a:extLst xmlns:a="http://schemas.openxmlformats.org/drawingml/2006/main">
              <a:ext uri="{FF2B5EF4-FFF2-40B4-BE49-F238E27FC236}">
                <a16:creationId xmlns:a16="http://schemas.microsoft.com/office/drawing/2014/main" id="{39A86949-B1C4-4BBA-9D28-C1DFCA1FC88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780428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D9E318F-AEEE-48C4-8980-CCEB932F9E4B}"/>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B8BE41AD-0C67-4B1F-8926-0F264AEF1D42}"/>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478A0847-780B-4B79-A33F-0E8E65C87552}"/>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E0AB5082-4197-4F08-823E-1EC7DA3C9C8E}"/>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PROVENANCE</a:t>
            </a:r>
          </a:p>
        </p:txBody>
      </p:sp>
      <p:sp>
        <p:nvSpPr>
          <p:cNvPr id="5" name="">
            <a:extLst xmlns:a="http://schemas.openxmlformats.org/drawingml/2006/main">
              <a:ext uri="{FF2B5EF4-FFF2-40B4-BE49-F238E27FC236}">
                <a16:creationId xmlns:a16="http://schemas.microsoft.com/office/drawing/2014/main" id="{A29DE157-ED74-4ADE-B829-3EF1208393D5}"/>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Origin + acquisition</a:t>
            </a:r>
          </a:p>
        </p:txBody>
      </p:sp>
      <p:sp>
        <p:nvSpPr>
          <p:cNvPr id="6" name="">
            <a:extLst xmlns:a="http://schemas.openxmlformats.org/drawingml/2006/main">
              <a:ext uri="{FF2B5EF4-FFF2-40B4-BE49-F238E27FC236}">
                <a16:creationId xmlns:a16="http://schemas.microsoft.com/office/drawing/2014/main" id="{4A1CA05D-D7E7-471C-BEC4-9382012EDEA2}"/>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9FC969B-D611-4F2C-AB44-63EAC4C712A6}"/>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COVERAGE</a:t>
            </a:r>
          </a:p>
        </p:txBody>
      </p:sp>
      <p:sp>
        <p:nvSpPr>
          <p:cNvPr id="8" name="">
            <a:extLst xmlns:a="http://schemas.openxmlformats.org/drawingml/2006/main">
              <a:ext uri="{FF2B5EF4-FFF2-40B4-BE49-F238E27FC236}">
                <a16:creationId xmlns:a16="http://schemas.microsoft.com/office/drawing/2014/main" id="{179B07CC-9607-45C3-AD48-3A94E52B26C6}"/>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Inspected + omitted</a:t>
            </a:r>
          </a:p>
        </p:txBody>
      </p:sp>
      <p:sp>
        <p:nvSpPr>
          <p:cNvPr id="9" name="">
            <a:extLst xmlns:a="http://schemas.openxmlformats.org/drawingml/2006/main">
              <a:ext uri="{FF2B5EF4-FFF2-40B4-BE49-F238E27FC236}">
                <a16:creationId xmlns:a16="http://schemas.microsoft.com/office/drawing/2014/main" id="{F84DE602-ABF4-468B-902D-923F0EAFC70A}"/>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D1D2404-3A13-45B8-AD04-02D7B0A1383E}"/>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TRACEABILITY</a:t>
            </a:r>
          </a:p>
        </p:txBody>
      </p:sp>
      <p:sp>
        <p:nvSpPr>
          <p:cNvPr id="11" name="">
            <a:extLst xmlns:a="http://schemas.openxmlformats.org/drawingml/2006/main">
              <a:ext uri="{FF2B5EF4-FFF2-40B4-BE49-F238E27FC236}">
                <a16:creationId xmlns:a16="http://schemas.microsoft.com/office/drawing/2014/main" id="{FFEA834F-E009-48F4-9993-C74256412C3A}"/>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Stable links</a:t>
            </a:r>
          </a:p>
        </p:txBody>
      </p:sp>
      <p:sp>
        <p:nvSpPr>
          <p:cNvPr id="12" name="">
            <a:extLst xmlns:a="http://schemas.openxmlformats.org/drawingml/2006/main">
              <a:ext uri="{FF2B5EF4-FFF2-40B4-BE49-F238E27FC236}">
                <a16:creationId xmlns:a16="http://schemas.microsoft.com/office/drawing/2014/main" id="{9FA6B22B-11F0-4B42-9C8F-062B7351FD17}"/>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AD594873-3C3A-488C-A3CC-AD0FB748B049}"/>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CONFIDENCE</a:t>
            </a:r>
          </a:p>
        </p:txBody>
      </p:sp>
      <p:sp>
        <p:nvSpPr>
          <p:cNvPr id="14" name="">
            <a:extLst xmlns:a="http://schemas.openxmlformats.org/drawingml/2006/main">
              <a:ext uri="{FF2B5EF4-FFF2-40B4-BE49-F238E27FC236}">
                <a16:creationId xmlns:a16="http://schemas.microsoft.com/office/drawing/2014/main" id="{D622C8B1-98D8-40F4-A3FE-EAB7D84C6C5B}"/>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Support, not certainty</a:t>
            </a:r>
          </a:p>
        </p:txBody>
      </p:sp>
      <p:sp>
        <p:nvSpPr>
          <p:cNvPr id="15" name="">
            <a:extLst xmlns:a="http://schemas.openxmlformats.org/drawingml/2006/main">
              <a:ext uri="{FF2B5EF4-FFF2-40B4-BE49-F238E27FC236}">
                <a16:creationId xmlns:a16="http://schemas.microsoft.com/office/drawing/2014/main" id="{2B3AC2F0-E35A-4E2D-9729-DB886D082BA9}"/>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08D2DBB5-1B4C-45D1-8368-BB7A9893C47E}"/>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0B531098-F0F7-49E1-8549-F1A6F3581191}"/>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A0107C8F-6275-447F-A38A-016115F69A27}"/>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833454B5-6E4F-47CE-A8CE-6217DF2C2FD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2718B911-2242-45F4-9DC4-8D1AEAF79EF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1" name="">
            <a:extLst xmlns:a="http://schemas.openxmlformats.org/drawingml/2006/main">
              <a:ext uri="{FF2B5EF4-FFF2-40B4-BE49-F238E27FC236}">
                <a16:creationId xmlns:a16="http://schemas.microsoft.com/office/drawing/2014/main" id="{0C198A17-5CF4-4EEF-8043-56A06A21AAF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72504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38B3FD-D1DC-4BE3-9924-1448BD7D536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D2D123D5-D9CC-4768-BBDC-62FC253BA74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25BDE484-2099-4E44-8855-1C6DB715402F}"/>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C6BD534-A64D-4237-80F9-70893110D6C7}"/>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8CA563A3-BF8B-43B2-8C4B-FA2D11A07B5B}"/>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Lockfile line</a:t>
            </a:r>
          </a:p>
        </p:txBody>
      </p:sp>
      <p:sp>
        <p:nvSpPr>
          <p:cNvPr id="6" name="">
            <a:extLst xmlns:a="http://schemas.openxmlformats.org/drawingml/2006/main">
              <a:ext uri="{FF2B5EF4-FFF2-40B4-BE49-F238E27FC236}">
                <a16:creationId xmlns:a16="http://schemas.microsoft.com/office/drawing/2014/main" id="{8E2DB8ED-8764-4F6A-98B0-4201F4FEA5D8}"/>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2CBB5B55-63E9-4C30-AC7C-6266F1EAB518}"/>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A66DB5A2-D5BE-49DE-A920-4819A9329717}"/>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842193EC-E754-4C20-BB8A-E45D526C2ED7}"/>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4A115AE0-F08D-44BC-B3B0-8C50EF9AAE59}"/>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item</a:t>
            </a:r>
          </a:p>
        </p:txBody>
      </p:sp>
      <p:sp>
        <p:nvSpPr>
          <p:cNvPr id="11" name="">
            <a:extLst xmlns:a="http://schemas.openxmlformats.org/drawingml/2006/main">
              <a:ext uri="{FF2B5EF4-FFF2-40B4-BE49-F238E27FC236}">
                <a16:creationId xmlns:a16="http://schemas.microsoft.com/office/drawing/2014/main" id="{751E10FF-E50C-4B56-8FA8-11CFC71394DA}"/>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71BA55C1-6CA0-45B9-983C-8B8002A290BA}"/>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56B2AB88-938E-44DE-B053-FDA7449A623A}"/>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C61E92F9-B0F9-4A37-A757-A8690D9D0C2F}"/>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12BB1BE4-3BFE-495C-9C01-583AB5FA70EC}"/>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Finding</a:t>
            </a:r>
          </a:p>
        </p:txBody>
      </p:sp>
      <p:sp>
        <p:nvSpPr>
          <p:cNvPr id="16" name="">
            <a:extLst xmlns:a="http://schemas.openxmlformats.org/drawingml/2006/main">
              <a:ext uri="{FF2B5EF4-FFF2-40B4-BE49-F238E27FC236}">
                <a16:creationId xmlns:a16="http://schemas.microsoft.com/office/drawing/2014/main" id="{C2DE6929-574A-40D5-9D7A-085C6BB3D29B}"/>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BEB780FA-5DBD-452A-BB42-C14BD8D7F4D2}"/>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EEC3D4B6-70BE-48A9-897D-3D524EFC7715}"/>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8A4324B-D36E-4B1D-97FF-D66E3A2ACA82}"/>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05C8A34A-AAE6-431A-A856-1591EBB69D96}"/>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CAPA</a:t>
            </a:r>
          </a:p>
        </p:txBody>
      </p:sp>
      <p:sp>
        <p:nvSpPr>
          <p:cNvPr id="21" name="">
            <a:extLst xmlns:a="http://schemas.openxmlformats.org/drawingml/2006/main">
              <a:ext uri="{FF2B5EF4-FFF2-40B4-BE49-F238E27FC236}">
                <a16:creationId xmlns:a16="http://schemas.microsoft.com/office/drawing/2014/main" id="{2E053C33-B646-4D46-87D0-77ABD1402CF7}"/>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9064DAEB-0342-485E-BBEB-9D63D8EAF6D1}"/>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6F5EE45C-AEE3-4587-8FF3-2111D2A7A08A}"/>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E14E45D3-F7D5-484D-AF3B-29AC1E5DDA5A}"/>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6CB72172-EEE1-4295-B703-C1E85BF22252}"/>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Decision request</a:t>
            </a:r>
          </a:p>
        </p:txBody>
      </p:sp>
      <p:sp>
        <p:nvSpPr>
          <p:cNvPr id="26" name="">
            <a:extLst xmlns:a="http://schemas.openxmlformats.org/drawingml/2006/main">
              <a:ext uri="{FF2B5EF4-FFF2-40B4-BE49-F238E27FC236}">
                <a16:creationId xmlns:a16="http://schemas.microsoft.com/office/drawing/2014/main" id="{18027EE0-F921-426E-9381-CD28EFA871DD}"/>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B5A2C8E0-A5E4-4538-B331-D0FB8CDD9E7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513B5D31-69C4-46E1-BAB5-094FA27A4AE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9" name="">
            <a:extLst xmlns:a="http://schemas.openxmlformats.org/drawingml/2006/main">
              <a:ext uri="{FF2B5EF4-FFF2-40B4-BE49-F238E27FC236}">
                <a16:creationId xmlns:a16="http://schemas.microsoft.com/office/drawing/2014/main" id="{E2A90E16-C0F8-433B-BBB2-D5C16BE9B4CD}"/>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4437821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F3CE141-8E33-4E18-8454-DE942824A91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FEB62CDE-052D-48F7-9048-40E75AB1C658}"/>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31AF90EB-EA86-4F6A-9080-B4B20B5EBFAB}"/>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A06BB32-C666-4188-BAB4-94D0EE7D4DAC}"/>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71F05346-54B0-441E-BDEA-5D015F92CD8B}"/>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Build and then deliberately break a finding’s traceability chain.</a:t>
            </a:r>
          </a:p>
        </p:txBody>
      </p:sp>
      <p:sp>
        <p:nvSpPr>
          <p:cNvPr id="6" name="">
            <a:extLst xmlns:a="http://schemas.openxmlformats.org/drawingml/2006/main">
              <a:ext uri="{FF2B5EF4-FFF2-40B4-BE49-F238E27FC236}">
                <a16:creationId xmlns:a16="http://schemas.microsoft.com/office/drawing/2014/main" id="{C56455A7-1633-43EF-8EBA-BC6B274F7B7C}"/>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E4B3420-5EFA-4B5F-BCF9-7401ADF14E4F}"/>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1A2674D-0A0A-4512-B8FA-2A39E16D4354}"/>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Map identifiers</a:t>
            </a:r>
          </a:p>
        </p:txBody>
      </p:sp>
      <p:sp>
        <p:nvSpPr>
          <p:cNvPr id="9" name="">
            <a:extLst xmlns:a="http://schemas.openxmlformats.org/drawingml/2006/main">
              <a:ext uri="{FF2B5EF4-FFF2-40B4-BE49-F238E27FC236}">
                <a16:creationId xmlns:a16="http://schemas.microsoft.com/office/drawing/2014/main" id="{4A0D6499-3EB2-4D57-9CE6-E1769866CC25}"/>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C084B024-B789-4DC6-AE5D-41542E1DF77B}"/>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5B0362D-7355-492A-9AFB-91B95BBF547F}"/>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Remove one link</a:t>
            </a:r>
          </a:p>
        </p:txBody>
      </p:sp>
      <p:sp>
        <p:nvSpPr>
          <p:cNvPr id="12" name="">
            <a:extLst xmlns:a="http://schemas.openxmlformats.org/drawingml/2006/main">
              <a:ext uri="{FF2B5EF4-FFF2-40B4-BE49-F238E27FC236}">
                <a16:creationId xmlns:a16="http://schemas.microsoft.com/office/drawing/2014/main" id="{CB8AD9B2-00BD-4354-A3B3-35891E1A8C6A}"/>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3209204-E7A7-4678-BCF5-1B53C1F18469}"/>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7ABF93CF-0CB9-4A2F-84CF-4CE89FF330D9}"/>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Explain the failure</a:t>
            </a:r>
          </a:p>
        </p:txBody>
      </p:sp>
      <p:sp>
        <p:nvSpPr>
          <p:cNvPr id="15" name="">
            <a:extLst xmlns:a="http://schemas.openxmlformats.org/drawingml/2006/main">
              <a:ext uri="{FF2B5EF4-FFF2-40B4-BE49-F238E27FC236}">
                <a16:creationId xmlns:a16="http://schemas.microsoft.com/office/drawing/2014/main" id="{416DDC9C-7834-49EE-A956-86FDD41804F2}"/>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4B62F92D-0B6E-4591-B286-6135ED4C3B0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560DEFBE-79D8-4AAC-A35D-B9BF5584692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18" name="">
            <a:extLst xmlns:a="http://schemas.openxmlformats.org/drawingml/2006/main">
              <a:ext uri="{FF2B5EF4-FFF2-40B4-BE49-F238E27FC236}">
                <a16:creationId xmlns:a16="http://schemas.microsoft.com/office/drawing/2014/main" id="{2EC8FCFC-6BB3-4450-948E-D40D5B61CA7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9920218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7734BBD-8AAC-4E57-AC5E-F9C8CB7D3AF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7A3127E7-440E-498D-9137-4AF0D2F434C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903DE7D1-E9DB-4318-B4C5-82466F51CE7D}"/>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Write evidence admission and citation rules that prevent unsupported findings.</a:t>
            </a:r>
          </a:p>
        </p:txBody>
      </p:sp>
      <p:sp>
        <p:nvSpPr>
          <p:cNvPr id="4" name="">
            <a:extLst xmlns:a="http://schemas.openxmlformats.org/drawingml/2006/main">
              <a:ext uri="{FF2B5EF4-FFF2-40B4-BE49-F238E27FC236}">
                <a16:creationId xmlns:a16="http://schemas.microsoft.com/office/drawing/2014/main" id="{B629E798-0D16-4120-8477-8B4EE343EADE}"/>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39C66901-3EEC-4C79-82C0-D374276198AB}"/>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4B8B4DA0-4AAB-49F6-AA8D-E5EC9B839461}"/>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Admissibility</a:t>
            </a:r>
          </a:p>
        </p:txBody>
      </p:sp>
      <p:sp>
        <p:nvSpPr>
          <p:cNvPr id="7" name="">
            <a:extLst xmlns:a="http://schemas.openxmlformats.org/drawingml/2006/main">
              <a:ext uri="{FF2B5EF4-FFF2-40B4-BE49-F238E27FC236}">
                <a16:creationId xmlns:a16="http://schemas.microsoft.com/office/drawing/2014/main" id="{18AAACB8-1832-4C3C-8A49-F7A8A2DA5270}"/>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43D0A2B-D6FB-4813-A40D-AB625DA317A5}"/>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7CF05499-B9FF-47AB-A6C8-9C0C406F04B0}"/>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Freshness</a:t>
            </a:r>
          </a:p>
        </p:txBody>
      </p:sp>
      <p:sp>
        <p:nvSpPr>
          <p:cNvPr id="10" name="">
            <a:extLst xmlns:a="http://schemas.openxmlformats.org/drawingml/2006/main">
              <a:ext uri="{FF2B5EF4-FFF2-40B4-BE49-F238E27FC236}">
                <a16:creationId xmlns:a16="http://schemas.microsoft.com/office/drawing/2014/main" id="{F2768E02-9544-4936-8767-7E8058BEBEB8}"/>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6712AC4-8FA6-4BBA-A884-319306E02F09}"/>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BBCF0FF8-CE1D-4E96-AA4B-64A2B729BDEE}"/>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Evidence IDs</a:t>
            </a:r>
          </a:p>
        </p:txBody>
      </p:sp>
      <p:sp>
        <p:nvSpPr>
          <p:cNvPr id="13" name="">
            <a:extLst xmlns:a="http://schemas.openxmlformats.org/drawingml/2006/main">
              <a:ext uri="{FF2B5EF4-FFF2-40B4-BE49-F238E27FC236}">
                <a16:creationId xmlns:a16="http://schemas.microsoft.com/office/drawing/2014/main" id="{D463D75A-2FEF-4414-A086-C4D3B4EADF1D}"/>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FDC12BBF-E179-4F54-8971-CA86ED39EEC9}"/>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82301C5-C457-4323-A3DE-5F69CF3A1F6C}"/>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Coverage</a:t>
            </a:r>
          </a:p>
        </p:txBody>
      </p:sp>
      <p:sp>
        <p:nvSpPr>
          <p:cNvPr id="16" name="">
            <a:extLst xmlns:a="http://schemas.openxmlformats.org/drawingml/2006/main">
              <a:ext uri="{FF2B5EF4-FFF2-40B4-BE49-F238E27FC236}">
                <a16:creationId xmlns:a16="http://schemas.microsoft.com/office/drawing/2014/main" id="{A3349CD4-3C13-4DEE-80B4-A15B3E94A466}"/>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89765B26-E434-462D-AAE8-E80B72E06AF2}"/>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A167062-C87E-4345-9930-8F6F5F68FCF2}"/>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Conflicts</a:t>
            </a:r>
          </a:p>
        </p:txBody>
      </p:sp>
      <p:sp>
        <p:nvSpPr>
          <p:cNvPr id="19" name="">
            <a:extLst xmlns:a="http://schemas.openxmlformats.org/drawingml/2006/main">
              <a:ext uri="{FF2B5EF4-FFF2-40B4-BE49-F238E27FC236}">
                <a16:creationId xmlns:a16="http://schemas.microsoft.com/office/drawing/2014/main" id="{A0C8A9DA-76BA-41D7-9B38-191DA9A5C4DB}"/>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424FE21-0A44-4B7B-B065-98695C0F524D}"/>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18DEB47-5840-43BC-A500-E79C4C90045D}"/>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Incomplete input</a:t>
            </a:r>
          </a:p>
        </p:txBody>
      </p:sp>
      <p:sp>
        <p:nvSpPr>
          <p:cNvPr id="22" name="">
            <a:extLst xmlns:a="http://schemas.openxmlformats.org/drawingml/2006/main">
              <a:ext uri="{FF2B5EF4-FFF2-40B4-BE49-F238E27FC236}">
                <a16:creationId xmlns:a16="http://schemas.microsoft.com/office/drawing/2014/main" id="{8736FE02-2CD1-4680-B474-5176BEF7E029}"/>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9D225F7C-DDB1-49C3-BBD3-D276F823721E}"/>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03  •  CODE REVIEW HARNESS</a:t>
            </a:r>
          </a:p>
        </p:txBody>
      </p:sp>
      <p:sp>
        <p:nvSpPr>
          <p:cNvPr id="24" name="">
            <a:extLst xmlns:a="http://schemas.openxmlformats.org/drawingml/2006/main">
              <a:ext uri="{FF2B5EF4-FFF2-40B4-BE49-F238E27FC236}">
                <a16:creationId xmlns:a16="http://schemas.microsoft.com/office/drawing/2014/main" id="{2693E57F-D128-423B-A0C8-8EB9FD269996}"/>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2100218807"/>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A9F34D-66DE-40F0-872A-821AD69E70E0}"/>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03  •  EXIT TICKET</a:t>
            </a:r>
          </a:p>
        </p:txBody>
      </p:sp>
      <p:sp>
        <p:nvSpPr>
          <p:cNvPr id="2" name="">
            <a:extLst xmlns:a="http://schemas.openxmlformats.org/drawingml/2006/main">
              <a:ext uri="{FF2B5EF4-FFF2-40B4-BE49-F238E27FC236}">
                <a16:creationId xmlns:a16="http://schemas.microsoft.com/office/drawing/2014/main" id="{F30002F9-96A1-4C1C-81E1-756D66468C5A}"/>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Show a reproducible chain and state its coverage limit.</a:t>
            </a:r>
          </a:p>
        </p:txBody>
      </p:sp>
      <p:sp>
        <p:nvSpPr>
          <p:cNvPr id="3" name="">
            <a:extLst xmlns:a="http://schemas.openxmlformats.org/drawingml/2006/main">
              <a:ext uri="{FF2B5EF4-FFF2-40B4-BE49-F238E27FC236}">
                <a16:creationId xmlns:a16="http://schemas.microsoft.com/office/drawing/2014/main" id="{62BF3193-8FBF-4E01-B64E-ED23669DED4F}"/>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B5C5AEDA-8FCE-4F2B-AC28-CE726D879A34}"/>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91E2BD9D-0739-4E74-BD2F-1267293B69E8}"/>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04</a:t>
            </a:r>
          </a:p>
        </p:txBody>
      </p:sp>
    </p:spTree>
    <p:extLst>
      <p:ext uri="{BB962C8B-B14F-4D97-AF65-F5344CB8AC3E}">
        <p14:creationId xmlns:p14="http://schemas.microsoft.com/office/powerpoint/2010/main" val="19279079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2026-07-30T15:54:32.1580000Z</dcterms:created>
  <dcterms:modified xsi:type="dcterms:W3CDTF">2026-07-30T15:54:32.1580000Z</dcterms:modified>
</coreProperties>
</file>