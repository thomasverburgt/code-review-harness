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1caf1a3fdd48bf" /><Relationship Type="http://schemas.openxmlformats.org/officeDocument/2006/relationships/extended-properties" Target="/docProps/app.xml" Id="Rb88ca8488bd84c7e" /><Relationship Type="http://schemas.openxmlformats.org/officeDocument/2006/relationships/officeDocument" Target="/ppt/presentation.xml" Id="Rdd321aa9beaf4864" /></Relationships>
</file>

<file path=ppt/presentation.xml><?xml version="1.0" encoding="utf-8"?>
<p:presentation xmlns:p="http://schemas.openxmlformats.org/presentationml/2006/main">
  <p:sldMasterIdLst>
    <p:sldMasterId xmlns:r="http://schemas.openxmlformats.org/officeDocument/2006/relationships" id="2147483648" r:id="R2ac52a0855264782"/>
  </p:sldMasterIdLst>
  <p:notesMasterIdLst>
    <p:notesMasterId xmlns:r="http://schemas.openxmlformats.org/officeDocument/2006/relationships" r:id="R4ae4f83cae694b90"/>
  </p:notesMasterIdLst>
  <p:sldIdLst>
    <p:sldId xmlns:r="http://schemas.openxmlformats.org/officeDocument/2006/relationships" id="256" r:id="R998c0bd2e49f416b"/>
    <p:sldId xmlns:r="http://schemas.openxmlformats.org/officeDocument/2006/relationships" id="257" r:id="R23587504d25849af"/>
    <p:sldId xmlns:r="http://schemas.openxmlformats.org/officeDocument/2006/relationships" id="258" r:id="R25d2509a51aa44a7"/>
    <p:sldId xmlns:r="http://schemas.openxmlformats.org/officeDocument/2006/relationships" id="259" r:id="R6a89849ff79648e7"/>
    <p:sldId xmlns:r="http://schemas.openxmlformats.org/officeDocument/2006/relationships" id="260" r:id="R7309f9614580448a"/>
    <p:sldId xmlns:r="http://schemas.openxmlformats.org/officeDocument/2006/relationships" id="261" r:id="Ra5d3aa45a4e14216"/>
    <p:sldId xmlns:r="http://schemas.openxmlformats.org/officeDocument/2006/relationships" id="262" r:id="R7998363a789248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389da6721646cf" /><Relationship Type="http://schemas.openxmlformats.org/officeDocument/2006/relationships/slideMaster" Target="/ppt/slideMasters/slideMaster1.xml" Id="R2ac52a0855264782" /><Relationship Type="http://schemas.openxmlformats.org/officeDocument/2006/relationships/notesMaster" Target="/ppt/notesMasters/notesMaster1.xml" Id="R4ae4f83cae694b90" /><Relationship Type="http://schemas.openxmlformats.org/officeDocument/2006/relationships/presProps" Target="/ppt/presProps.xml" Id="Rf1497b0b3f8b41d1" /><Relationship Type="http://schemas.openxmlformats.org/officeDocument/2006/relationships/tableStyles" Target="/ppt/tableStyles.xml" Id="Rb26692e364934ca1" /><Relationship Type="http://schemas.openxmlformats.org/officeDocument/2006/relationships/slide" Target="/ppt/slides/slide1.xml" Id="R998c0bd2e49f416b" /><Relationship Type="http://schemas.openxmlformats.org/officeDocument/2006/relationships/slide" Target="/ppt/slides/slide2.xml" Id="R23587504d25849af" /><Relationship Type="http://schemas.openxmlformats.org/officeDocument/2006/relationships/slide" Target="/ppt/slides/slide3.xml" Id="R25d2509a51aa44a7" /><Relationship Type="http://schemas.openxmlformats.org/officeDocument/2006/relationships/slide" Target="/ppt/slides/slide4.xml" Id="R6a89849ff79648e7" /><Relationship Type="http://schemas.openxmlformats.org/officeDocument/2006/relationships/slide" Target="/ppt/slides/slide5.xml" Id="R7309f9614580448a" /><Relationship Type="http://schemas.openxmlformats.org/officeDocument/2006/relationships/slide" Target="/ppt/slides/slide6.xml" Id="Ra5d3aa45a4e14216" /><Relationship Type="http://schemas.openxmlformats.org/officeDocument/2006/relationships/slide" Target="/ppt/slides/slide7.xml" Id="R7998363a789248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850fcb261a4e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b3e61d67a44138" /><Relationship Type="http://schemas.openxmlformats.org/officeDocument/2006/relationships/notesMaster" Target="/ppt/notesMasters/notesMaster1.xml" Id="R1863d881d7194a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88320d01614e3e" /><Relationship Type="http://schemas.openxmlformats.org/officeDocument/2006/relationships/notesMaster" Target="/ppt/notesMasters/notesMaster1.xml" Id="Rac80956a39d940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b71a65a6f74bd2" /><Relationship Type="http://schemas.openxmlformats.org/officeDocument/2006/relationships/notesMaster" Target="/ppt/notesMasters/notesMaster1.xml" Id="Rb23449a7472041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60f3c903434e10" /><Relationship Type="http://schemas.openxmlformats.org/officeDocument/2006/relationships/notesMaster" Target="/ppt/notesMasters/notesMaster1.xml" Id="R25820c2e50aa48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f457dabc9648e4" /><Relationship Type="http://schemas.openxmlformats.org/officeDocument/2006/relationships/notesMaster" Target="/ppt/notesMasters/notesMaster1.xml" Id="R5f422c4978b44b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565c4975454d10" /><Relationship Type="http://schemas.openxmlformats.org/officeDocument/2006/relationships/notesMaster" Target="/ppt/notesMasters/notesMaster1.xml" Id="R574d5048c37240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1a5605eaa34729" /><Relationship Type="http://schemas.openxmlformats.org/officeDocument/2006/relationships/notesMaster" Target="/ppt/notesMasters/notesMaster1.xml" Id="R9cabf382d76741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contracts/sandboxed-contract-evolution.md;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aa22d58a304f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db49b2f0b44d43" /><Relationship Type="http://schemas.openxmlformats.org/officeDocument/2006/relationships/slideLayout" Target="/ppt/slideLayouts/slideLayout1.xml" Id="R814c15c5aef948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4c15c5aef948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cabece692e43a6" /><Relationship Type="http://schemas.openxmlformats.org/officeDocument/2006/relationships/notesSlide" Target="/ppt/notesSlides/notesSlide1.xml" Id="R800f48af1bf841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c5794eebc247c3" /><Relationship Type="http://schemas.openxmlformats.org/officeDocument/2006/relationships/notesSlide" Target="/ppt/notesSlides/notesSlide2.xml" Id="R387aad3eb87c4d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265929eff7413d" /><Relationship Type="http://schemas.openxmlformats.org/officeDocument/2006/relationships/notesSlide" Target="/ppt/notesSlides/notesSlide3.xml" Id="R245372bb39bb4d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8a48733c774845" /><Relationship Type="http://schemas.openxmlformats.org/officeDocument/2006/relationships/notesSlide" Target="/ppt/notesSlides/notesSlide4.xml" Id="Rdeb440a149a140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e3994594ce4081" /><Relationship Type="http://schemas.openxmlformats.org/officeDocument/2006/relationships/notesSlide" Target="/ppt/notesSlides/notesSlide5.xml" Id="Rcb94ae5328724a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603dc8ab4e4df2" /><Relationship Type="http://schemas.openxmlformats.org/officeDocument/2006/relationships/notesSlide" Target="/ppt/notesSlides/notesSlide6.xml" Id="R01ab3331ae494a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7b556645b04749" /><Relationship Type="http://schemas.openxmlformats.org/officeDocument/2006/relationships/notesSlide" Target="/ppt/notesSlides/notesSlide7.xml" Id="R063302b45df349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835B42-729B-4EAD-A67A-A6E4BCC63B6F}"/>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31721155-ED27-48F6-A572-032FF8C05976}"/>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7343A2FE-C6D9-4DAE-8051-B5E2ADB8CF5E}"/>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11</a:t>
            </a:r>
          </a:p>
        </p:txBody>
      </p:sp>
      <p:sp>
        <p:nvSpPr>
          <p:cNvPr id="4" name="">
            <a:extLst xmlns:a="http://schemas.openxmlformats.org/drawingml/2006/main">
              <a:ext uri="{FF2B5EF4-FFF2-40B4-BE49-F238E27FC236}">
                <a16:creationId xmlns:a16="http://schemas.microsoft.com/office/drawing/2014/main" id="{0ABF3C93-877A-46F0-BAF6-B21988ADFD8F}"/>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Evaluation, Calibration, and Prompt Evolution</a:t>
            </a:r>
          </a:p>
        </p:txBody>
      </p:sp>
      <p:sp>
        <p:nvSpPr>
          <p:cNvPr id="5" name="">
            <a:extLst xmlns:a="http://schemas.openxmlformats.org/drawingml/2006/main">
              <a:ext uri="{FF2B5EF4-FFF2-40B4-BE49-F238E27FC236}">
                <a16:creationId xmlns:a16="http://schemas.microsoft.com/office/drawing/2014/main" id="{9446B11A-C43D-471E-BB44-C45451253F85}"/>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know a prompt is improving rather than merely changing?</a:t>
            </a:r>
          </a:p>
        </p:txBody>
      </p:sp>
      <p:sp>
        <p:nvSpPr>
          <p:cNvPr id="6" name="">
            <a:extLst xmlns:a="http://schemas.openxmlformats.org/drawingml/2006/main">
              <a:ext uri="{FF2B5EF4-FFF2-40B4-BE49-F238E27FC236}">
                <a16:creationId xmlns:a16="http://schemas.microsoft.com/office/drawing/2014/main" id="{BB0C32B4-D788-485A-8A18-EEC55190D85C}"/>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7575F334-E0A7-410D-94CA-75B3386EBC78}"/>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11</a:t>
            </a:r>
          </a:p>
        </p:txBody>
      </p:sp>
      <p:sp>
        <p:nvSpPr>
          <p:cNvPr id="8" name="">
            <a:extLst xmlns:a="http://schemas.openxmlformats.org/drawingml/2006/main">
              <a:ext uri="{FF2B5EF4-FFF2-40B4-BE49-F238E27FC236}">
                <a16:creationId xmlns:a16="http://schemas.microsoft.com/office/drawing/2014/main" id="{22C1E5D3-7C24-4BFA-B256-D4A44D577D9B}"/>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F05B3F6C-F502-48C8-9223-2FE9079AE81D}"/>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9553115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877AC1B-2995-4777-BF13-585BF82F60E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11 OUTCOMES</a:t>
            </a:r>
          </a:p>
        </p:txBody>
      </p:sp>
      <p:sp>
        <p:nvSpPr>
          <p:cNvPr id="2" name="">
            <a:extLst xmlns:a="http://schemas.openxmlformats.org/drawingml/2006/main">
              <a:ext uri="{FF2B5EF4-FFF2-40B4-BE49-F238E27FC236}">
                <a16:creationId xmlns:a16="http://schemas.microsoft.com/office/drawing/2014/main" id="{E0E99938-97B7-4656-A150-7060685213B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71358103-E6F6-44C6-B3B5-2A17CAB626E5}"/>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F052D890-7300-4812-A4BB-3972FB97DEDE}"/>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084D48C-ED82-4F00-9088-933CABE59D63}"/>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Build a contract-derived rubric</a:t>
            </a:r>
          </a:p>
        </p:txBody>
      </p:sp>
      <p:sp>
        <p:nvSpPr>
          <p:cNvPr id="6" name="">
            <a:extLst xmlns:a="http://schemas.openxmlformats.org/drawingml/2006/main">
              <a:ext uri="{FF2B5EF4-FFF2-40B4-BE49-F238E27FC236}">
                <a16:creationId xmlns:a16="http://schemas.microsoft.com/office/drawing/2014/main" id="{40761F1E-93D7-404F-A1B1-DE7E8ED6E95F}"/>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A7768D1-D8D1-4753-B757-5CCA08FC9E3F}"/>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0B8ADB13-A09C-4747-B111-82D90F3794BC}"/>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Measure calibration and boundary adherence</a:t>
            </a:r>
          </a:p>
        </p:txBody>
      </p:sp>
      <p:sp>
        <p:nvSpPr>
          <p:cNvPr id="9" name="">
            <a:extLst xmlns:a="http://schemas.openxmlformats.org/drawingml/2006/main">
              <a:ext uri="{FF2B5EF4-FFF2-40B4-BE49-F238E27FC236}">
                <a16:creationId xmlns:a16="http://schemas.microsoft.com/office/drawing/2014/main" id="{A50E0F12-FFD0-4CEE-8F3D-EFB3B9F227F2}"/>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7EB930EE-92A1-4CE0-B2DD-C3FC19F22352}"/>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7E14F8FD-58FD-4D45-B13B-938F580B0766}"/>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Evolve prompts through controlled change</a:t>
            </a:r>
          </a:p>
        </p:txBody>
      </p:sp>
      <p:sp>
        <p:nvSpPr>
          <p:cNvPr id="12" name="">
            <a:extLst xmlns:a="http://schemas.openxmlformats.org/drawingml/2006/main">
              <a:ext uri="{FF2B5EF4-FFF2-40B4-BE49-F238E27FC236}">
                <a16:creationId xmlns:a16="http://schemas.microsoft.com/office/drawing/2014/main" id="{C5E167F1-74B0-4C4A-BE2E-4E276408E0EF}"/>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22E29470-400A-4268-97DA-4F050A231232}"/>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F88CA2D7-07A7-442A-9B5E-0EE98C7E1AC2}"/>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C0ECE030-13B3-488D-8CF4-B5DDBC5EA3EC}"/>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AA95C6E1-9678-4D8D-9B1D-7BBE514D1842}"/>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07A130CE-D447-4D39-B2D3-9E1D38DD2398}"/>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DF657D78-9AAD-4BEC-82FB-1F650B6B2E21}"/>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59AF1991-915A-427A-BFD8-08AE741928B6}"/>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00F21193-F247-4B34-AF48-932DB5BD54AA}"/>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DB72426F-B703-4053-807C-F9FEBB4E547E}"/>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91B70D79-DF33-49C8-A1B2-9BA00973DE5A}"/>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EE6719CC-F190-4FFA-97E6-D860C86EE509}"/>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A3A3A05E-E7AD-4525-AF36-A1DDA86DFB09}"/>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C17AB417-CB11-4B6A-94F9-0153CE76216D}"/>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41374C7F-B27B-44F8-8352-6F7667E6360F}"/>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D24A0467-6ACE-4FBB-845E-07A97CBACBF1}"/>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9DA9E7C2-326A-4582-9645-112DFF249EF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5FF0135B-3197-4B96-A732-B3CE47F08EA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30" name="">
            <a:extLst xmlns:a="http://schemas.openxmlformats.org/drawingml/2006/main">
              <a:ext uri="{FF2B5EF4-FFF2-40B4-BE49-F238E27FC236}">
                <a16:creationId xmlns:a16="http://schemas.microsoft.com/office/drawing/2014/main" id="{739D3723-803B-4A0A-B04E-216391C231D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5992866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D1F44E-3E3D-4E43-8279-AFBFB36B467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FF81116F-31A0-4969-8CBC-74A58EFB112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419E9E14-1C1F-444C-9822-363ED9E76A58}"/>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DF1B5CC-D4A8-4E60-AF68-11F65E00A536}"/>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EVAL CASE</a:t>
            </a:r>
          </a:p>
        </p:txBody>
      </p:sp>
      <p:sp>
        <p:nvSpPr>
          <p:cNvPr id="5" name="">
            <a:extLst xmlns:a="http://schemas.openxmlformats.org/drawingml/2006/main">
              <a:ext uri="{FF2B5EF4-FFF2-40B4-BE49-F238E27FC236}">
                <a16:creationId xmlns:a16="http://schemas.microsoft.com/office/drawing/2014/main" id="{9282D69F-2B8C-4BC0-B1B2-2ED7E1244936}"/>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 + expected invariant</a:t>
            </a:r>
          </a:p>
        </p:txBody>
      </p:sp>
      <p:sp>
        <p:nvSpPr>
          <p:cNvPr id="6" name="">
            <a:extLst xmlns:a="http://schemas.openxmlformats.org/drawingml/2006/main">
              <a:ext uri="{FF2B5EF4-FFF2-40B4-BE49-F238E27FC236}">
                <a16:creationId xmlns:a16="http://schemas.microsoft.com/office/drawing/2014/main" id="{F37E6BDD-9663-4056-A665-373A8B3D11B5}"/>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C2177D1-5A45-434B-ADB9-6F35B5E6815D}"/>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CALIBRATION</a:t>
            </a:r>
          </a:p>
        </p:txBody>
      </p:sp>
      <p:sp>
        <p:nvSpPr>
          <p:cNvPr id="8" name="">
            <a:extLst xmlns:a="http://schemas.openxmlformats.org/drawingml/2006/main">
              <a:ext uri="{FF2B5EF4-FFF2-40B4-BE49-F238E27FC236}">
                <a16:creationId xmlns:a16="http://schemas.microsoft.com/office/drawing/2014/main" id="{F35D2A15-1F44-4325-A094-A350674610F9}"/>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Confidence matches support</a:t>
            </a:r>
          </a:p>
        </p:txBody>
      </p:sp>
      <p:sp>
        <p:nvSpPr>
          <p:cNvPr id="9" name="">
            <a:extLst xmlns:a="http://schemas.openxmlformats.org/drawingml/2006/main">
              <a:ext uri="{FF2B5EF4-FFF2-40B4-BE49-F238E27FC236}">
                <a16:creationId xmlns:a16="http://schemas.microsoft.com/office/drawing/2014/main" id="{D600D7BC-D7B8-4A01-A7F5-16CCD6B0A2C9}"/>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86D7097-3A7F-4C43-AE7B-E531EDAA3CAB}"/>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REGRESSION</a:t>
            </a:r>
          </a:p>
        </p:txBody>
      </p:sp>
      <p:sp>
        <p:nvSpPr>
          <p:cNvPr id="11" name="">
            <a:extLst xmlns:a="http://schemas.openxmlformats.org/drawingml/2006/main">
              <a:ext uri="{FF2B5EF4-FFF2-40B4-BE49-F238E27FC236}">
                <a16:creationId xmlns:a16="http://schemas.microsoft.com/office/drawing/2014/main" id="{108EAE8E-DBFA-4B96-90A0-AF616EC65E2A}"/>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Lost prior invariant</a:t>
            </a:r>
          </a:p>
        </p:txBody>
      </p:sp>
      <p:sp>
        <p:nvSpPr>
          <p:cNvPr id="12" name="">
            <a:extLst xmlns:a="http://schemas.openxmlformats.org/drawingml/2006/main">
              <a:ext uri="{FF2B5EF4-FFF2-40B4-BE49-F238E27FC236}">
                <a16:creationId xmlns:a16="http://schemas.microsoft.com/office/drawing/2014/main" id="{F4E2AADB-B903-43BA-8CC5-8DB40C282DDE}"/>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C30F6541-7823-4DF6-980A-3139A5C5E8CA}"/>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EVOLUTION</a:t>
            </a:r>
          </a:p>
        </p:txBody>
      </p:sp>
      <p:sp>
        <p:nvSpPr>
          <p:cNvPr id="14" name="">
            <a:extLst xmlns:a="http://schemas.openxmlformats.org/drawingml/2006/main">
              <a:ext uri="{FF2B5EF4-FFF2-40B4-BE49-F238E27FC236}">
                <a16:creationId xmlns:a16="http://schemas.microsoft.com/office/drawing/2014/main" id="{D3D40F1E-999F-47DA-9C58-5DEA11EDD42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Propose, test, approve, version</a:t>
            </a:r>
          </a:p>
        </p:txBody>
      </p:sp>
      <p:sp>
        <p:nvSpPr>
          <p:cNvPr id="15" name="">
            <a:extLst xmlns:a="http://schemas.openxmlformats.org/drawingml/2006/main">
              <a:ext uri="{FF2B5EF4-FFF2-40B4-BE49-F238E27FC236}">
                <a16:creationId xmlns:a16="http://schemas.microsoft.com/office/drawing/2014/main" id="{7638E991-F7CC-4E1F-A90A-7184B987A9E1}"/>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C37F8A9B-57D7-4C4A-AD16-39E90623ECA1}"/>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832634F7-23D1-45E9-9422-195D556AEF0A}"/>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B43448C6-5DB3-41AB-A4AD-644CC518E2CA}"/>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53C283BB-FC7D-4509-8761-46C671C2BC0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8745F6B-9289-4F09-9375-4547F0B9581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21" name="">
            <a:extLst xmlns:a="http://schemas.openxmlformats.org/drawingml/2006/main">
              <a:ext uri="{FF2B5EF4-FFF2-40B4-BE49-F238E27FC236}">
                <a16:creationId xmlns:a16="http://schemas.microsoft.com/office/drawing/2014/main" id="{CB304D9F-C15D-4B8E-90BB-52958174B22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6705512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A125FE5-1CCC-41A7-B68B-5590B2BB3BB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D990C4E2-47A0-42BC-9BF5-0F0B14271FB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FA7AB40C-7342-4564-8A54-853F95AB17C7}"/>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8B368AEB-AA80-43DD-8EA4-54094BB9F3E8}"/>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C36A4F37-351F-40EA-9AEF-0A3388C487E4}"/>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Baseline cases</a:t>
            </a:r>
          </a:p>
        </p:txBody>
      </p:sp>
      <p:sp>
        <p:nvSpPr>
          <p:cNvPr id="6" name="">
            <a:extLst xmlns:a="http://schemas.openxmlformats.org/drawingml/2006/main">
              <a:ext uri="{FF2B5EF4-FFF2-40B4-BE49-F238E27FC236}">
                <a16:creationId xmlns:a16="http://schemas.microsoft.com/office/drawing/2014/main" id="{458CF67F-B411-40EC-B5AD-D312A7BA80C8}"/>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B763EFA5-F747-4BCA-BC93-3B7A97627927}"/>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1D26590E-E128-4D70-969F-C9405F7057D1}"/>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7570F392-0653-4865-8194-E7FFC24D6C36}"/>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CC259FD1-04F4-41D7-B34F-C80B5F9177A0}"/>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Candidate prompt</a:t>
            </a:r>
          </a:p>
        </p:txBody>
      </p:sp>
      <p:sp>
        <p:nvSpPr>
          <p:cNvPr id="11" name="">
            <a:extLst xmlns:a="http://schemas.openxmlformats.org/drawingml/2006/main">
              <a:ext uri="{FF2B5EF4-FFF2-40B4-BE49-F238E27FC236}">
                <a16:creationId xmlns:a16="http://schemas.microsoft.com/office/drawing/2014/main" id="{82BD9892-CB46-44A0-AE02-C7D4C830C4E6}"/>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3CD0F93B-5982-4342-8434-DBE12F0CC28A}"/>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987EC028-319F-42B3-88FB-5D548207B97F}"/>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9221ABF-8D21-41A2-9395-F5F63145FA39}"/>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32E84689-469A-4888-A20B-C6D0CD3D810F}"/>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Run both</a:t>
            </a:r>
          </a:p>
        </p:txBody>
      </p:sp>
      <p:sp>
        <p:nvSpPr>
          <p:cNvPr id="16" name="">
            <a:extLst xmlns:a="http://schemas.openxmlformats.org/drawingml/2006/main">
              <a:ext uri="{FF2B5EF4-FFF2-40B4-BE49-F238E27FC236}">
                <a16:creationId xmlns:a16="http://schemas.microsoft.com/office/drawing/2014/main" id="{CED72A25-DACF-4B2A-A241-0813228DCE22}"/>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37F78AD8-83B4-419C-A75D-D12CA54A76BF}"/>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FCA519F-6573-49B7-B76E-FEA46C8CBF1A}"/>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E4C41987-4467-44E8-A20A-DD1DED41C998}"/>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546CFE33-7A23-4DD6-A314-E8DEBAA83A22}"/>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Compare scores</a:t>
            </a:r>
          </a:p>
        </p:txBody>
      </p:sp>
      <p:sp>
        <p:nvSpPr>
          <p:cNvPr id="21" name="">
            <a:extLst xmlns:a="http://schemas.openxmlformats.org/drawingml/2006/main">
              <a:ext uri="{FF2B5EF4-FFF2-40B4-BE49-F238E27FC236}">
                <a16:creationId xmlns:a16="http://schemas.microsoft.com/office/drawing/2014/main" id="{D6208E9A-173A-4E56-B946-34502AE783E0}"/>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0513EE45-5EF4-453B-BD85-46FA8D24CA2D}"/>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2966B126-8BFB-48B5-A02D-375715945D9E}"/>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5060249A-C9F6-4633-AB6C-181840411A75}"/>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6D34AA25-B6CB-48B7-A978-06E0B47C0B84}"/>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disposition</a:t>
            </a:r>
          </a:p>
        </p:txBody>
      </p:sp>
      <p:sp>
        <p:nvSpPr>
          <p:cNvPr id="26" name="">
            <a:extLst xmlns:a="http://schemas.openxmlformats.org/drawingml/2006/main">
              <a:ext uri="{FF2B5EF4-FFF2-40B4-BE49-F238E27FC236}">
                <a16:creationId xmlns:a16="http://schemas.microsoft.com/office/drawing/2014/main" id="{E96C17C6-F905-4C69-ABF5-7412E5DC7659}"/>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70175191-57FE-40FA-B497-9DBDA4F8E99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BA60474B-EBA9-4EB5-8C52-E1D1702EEBE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29" name="">
            <a:extLst xmlns:a="http://schemas.openxmlformats.org/drawingml/2006/main">
              <a:ext uri="{FF2B5EF4-FFF2-40B4-BE49-F238E27FC236}">
                <a16:creationId xmlns:a16="http://schemas.microsoft.com/office/drawing/2014/main" id="{B8CD3B42-733D-4CB8-B811-DEA25A5F72D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273114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FFD53B-E1C3-4D66-8F76-698EDE377E0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2D601332-2BF9-40CB-ABEB-76611BB880F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ED70624C-8F00-436A-A30A-0C97A0D9745E}"/>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82EB9F1-AC3B-4AFB-BAC9-667D724D7FE1}"/>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B9808870-A760-4A37-BD14-982A8985279C}"/>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Score two prompt versions against the same corpus and explain every regression.</a:t>
            </a:r>
          </a:p>
        </p:txBody>
      </p:sp>
      <p:sp>
        <p:nvSpPr>
          <p:cNvPr id="6" name="">
            <a:extLst xmlns:a="http://schemas.openxmlformats.org/drawingml/2006/main">
              <a:ext uri="{FF2B5EF4-FFF2-40B4-BE49-F238E27FC236}">
                <a16:creationId xmlns:a16="http://schemas.microsoft.com/office/drawing/2014/main" id="{33E72AE7-A398-43B6-BE1F-6CDBD1E51D6E}"/>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7257404-2C4B-41BA-B6FA-CD84D2076F02}"/>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1A42129E-9B41-429E-9D8B-8524938A9978}"/>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Run cases</a:t>
            </a:r>
          </a:p>
        </p:txBody>
      </p:sp>
      <p:sp>
        <p:nvSpPr>
          <p:cNvPr id="9" name="">
            <a:extLst xmlns:a="http://schemas.openxmlformats.org/drawingml/2006/main">
              <a:ext uri="{FF2B5EF4-FFF2-40B4-BE49-F238E27FC236}">
                <a16:creationId xmlns:a16="http://schemas.microsoft.com/office/drawing/2014/main" id="{027F4A12-FFE2-423A-A6E1-6DC1A7F9CD44}"/>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CA98FB44-25FD-4F28-8AEB-667FA72DB14C}"/>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E7315D23-ADFC-4264-B1DB-9268E08DF266}"/>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Compare evidence</a:t>
            </a:r>
          </a:p>
        </p:txBody>
      </p:sp>
      <p:sp>
        <p:nvSpPr>
          <p:cNvPr id="12" name="">
            <a:extLst xmlns:a="http://schemas.openxmlformats.org/drawingml/2006/main">
              <a:ext uri="{FF2B5EF4-FFF2-40B4-BE49-F238E27FC236}">
                <a16:creationId xmlns:a16="http://schemas.microsoft.com/office/drawing/2014/main" id="{C00E8166-6A43-471E-B018-33FFF646E54A}"/>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6B2FE87-9C5D-463E-B1EF-7995A3C77967}"/>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61EF38FE-F6E9-4F2B-B2F3-D383A7CE6C59}"/>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Recommend disposition</a:t>
            </a:r>
          </a:p>
        </p:txBody>
      </p:sp>
      <p:sp>
        <p:nvSpPr>
          <p:cNvPr id="15" name="">
            <a:extLst xmlns:a="http://schemas.openxmlformats.org/drawingml/2006/main">
              <a:ext uri="{FF2B5EF4-FFF2-40B4-BE49-F238E27FC236}">
                <a16:creationId xmlns:a16="http://schemas.microsoft.com/office/drawing/2014/main" id="{339B883B-AF03-47B8-BCDF-7B65E39EB3E3}"/>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ACCA9A86-24FB-404D-A499-109ABA94146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395A2058-6966-473D-A56F-06C84E6AF60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18" name="">
            <a:extLst xmlns:a="http://schemas.openxmlformats.org/drawingml/2006/main">
              <a:ext uri="{FF2B5EF4-FFF2-40B4-BE49-F238E27FC236}">
                <a16:creationId xmlns:a16="http://schemas.microsoft.com/office/drawing/2014/main" id="{54D213DD-2996-449B-9DDF-635018B80B2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187601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FDD488D-40A5-40EE-8675-243BE0C1F6D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448F1A14-3830-432F-8158-16F5747B01C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27AE92E1-0709-46BD-BD9A-FBF94101546F}"/>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Create a ten-case suite with negative and conflict cases.</a:t>
            </a:r>
          </a:p>
        </p:txBody>
      </p:sp>
      <p:sp>
        <p:nvSpPr>
          <p:cNvPr id="4" name="">
            <a:extLst xmlns:a="http://schemas.openxmlformats.org/drawingml/2006/main">
              <a:ext uri="{FF2B5EF4-FFF2-40B4-BE49-F238E27FC236}">
                <a16:creationId xmlns:a16="http://schemas.microsoft.com/office/drawing/2014/main" id="{82884B51-1BDE-4C23-9FF3-7EA5AF42C2BB}"/>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CC3296F0-9AFB-4881-AF46-6316BCD8D901}"/>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FC17762F-C4D6-460B-B9ED-152A628556F2}"/>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Grounding</a:t>
            </a:r>
          </a:p>
        </p:txBody>
      </p:sp>
      <p:sp>
        <p:nvSpPr>
          <p:cNvPr id="7" name="">
            <a:extLst xmlns:a="http://schemas.openxmlformats.org/drawingml/2006/main">
              <a:ext uri="{FF2B5EF4-FFF2-40B4-BE49-F238E27FC236}">
                <a16:creationId xmlns:a16="http://schemas.microsoft.com/office/drawing/2014/main" id="{63FEBB57-9D8F-4E13-AF16-7EB9ABF2F690}"/>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29EC7655-31B8-4B18-B23F-7269A5348F79}"/>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1CB33BF1-69EA-40BE-BF41-E1442DC9F3A9}"/>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Completeness</a:t>
            </a:r>
          </a:p>
        </p:txBody>
      </p:sp>
      <p:sp>
        <p:nvSpPr>
          <p:cNvPr id="10" name="">
            <a:extLst xmlns:a="http://schemas.openxmlformats.org/drawingml/2006/main">
              <a:ext uri="{FF2B5EF4-FFF2-40B4-BE49-F238E27FC236}">
                <a16:creationId xmlns:a16="http://schemas.microsoft.com/office/drawing/2014/main" id="{9116632C-8758-428D-A893-9F430B4849E3}"/>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9DCA84B-C5FA-439A-BC62-D314D97E60A6}"/>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625A97A2-8E1D-488A-B5F4-DE7F3EF4A0D5}"/>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Boundaries</a:t>
            </a:r>
          </a:p>
        </p:txBody>
      </p:sp>
      <p:sp>
        <p:nvSpPr>
          <p:cNvPr id="13" name="">
            <a:extLst xmlns:a="http://schemas.openxmlformats.org/drawingml/2006/main">
              <a:ext uri="{FF2B5EF4-FFF2-40B4-BE49-F238E27FC236}">
                <a16:creationId xmlns:a16="http://schemas.microsoft.com/office/drawing/2014/main" id="{C7AD4F80-7C92-4BCE-966C-BB5786F0447C}"/>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8F39DB2-9EB9-46CC-8469-C94C8701B623}"/>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998374C5-9A60-4AE4-BBB4-2E70A7044AA6}"/>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6" name="">
            <a:extLst xmlns:a="http://schemas.openxmlformats.org/drawingml/2006/main">
              <a:ext uri="{FF2B5EF4-FFF2-40B4-BE49-F238E27FC236}">
                <a16:creationId xmlns:a16="http://schemas.microsoft.com/office/drawing/2014/main" id="{26F2F49A-C641-421F-9DD4-81922CD43736}"/>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480FB14F-E9B4-4E82-A3AB-EDB701E0D941}"/>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E1FF43AB-B2DD-4B0D-AEDF-78AD395DE22D}"/>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State</a:t>
            </a:r>
          </a:p>
        </p:txBody>
      </p:sp>
      <p:sp>
        <p:nvSpPr>
          <p:cNvPr id="19" name="">
            <a:extLst xmlns:a="http://schemas.openxmlformats.org/drawingml/2006/main">
              <a:ext uri="{FF2B5EF4-FFF2-40B4-BE49-F238E27FC236}">
                <a16:creationId xmlns:a16="http://schemas.microsoft.com/office/drawing/2014/main" id="{73DEEEC5-B11E-4AB4-9DD1-1E431AFBF209}"/>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79ED3A15-E20C-401A-8209-14CE612AB50A}"/>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3FD0740F-A2B7-43C3-9C99-872F5A1C4E51}"/>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 fit</a:t>
            </a:r>
          </a:p>
        </p:txBody>
      </p:sp>
      <p:sp>
        <p:nvSpPr>
          <p:cNvPr id="22" name="">
            <a:extLst xmlns:a="http://schemas.openxmlformats.org/drawingml/2006/main">
              <a:ext uri="{FF2B5EF4-FFF2-40B4-BE49-F238E27FC236}">
                <a16:creationId xmlns:a16="http://schemas.microsoft.com/office/drawing/2014/main" id="{93127BA7-3546-4584-9C4D-B84F5A6A077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94B16884-6034-4C7F-A5C6-BB08B7D2149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11  •  CODE REVIEW HARNESS</a:t>
            </a:r>
          </a:p>
        </p:txBody>
      </p:sp>
      <p:sp>
        <p:nvSpPr>
          <p:cNvPr id="24" name="">
            <a:extLst xmlns:a="http://schemas.openxmlformats.org/drawingml/2006/main">
              <a:ext uri="{FF2B5EF4-FFF2-40B4-BE49-F238E27FC236}">
                <a16:creationId xmlns:a16="http://schemas.microsoft.com/office/drawing/2014/main" id="{98B846F3-D746-4B4E-8E40-3810B23A64D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599818931"/>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339ACB-A34C-4A52-B633-B7DE5CEFA14F}"/>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11  •  EXIT TICKET</a:t>
            </a:r>
          </a:p>
        </p:txBody>
      </p:sp>
      <p:sp>
        <p:nvSpPr>
          <p:cNvPr id="2" name="">
            <a:extLst xmlns:a="http://schemas.openxmlformats.org/drawingml/2006/main">
              <a:ext uri="{FF2B5EF4-FFF2-40B4-BE49-F238E27FC236}">
                <a16:creationId xmlns:a16="http://schemas.microsoft.com/office/drawing/2014/main" id="{2C4501AE-1E04-4086-9DC8-501B5D2175DB}"/>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Recommend a version change and tie it to semantic impact.</a:t>
            </a:r>
          </a:p>
        </p:txBody>
      </p:sp>
      <p:sp>
        <p:nvSpPr>
          <p:cNvPr id="3" name="">
            <a:extLst xmlns:a="http://schemas.openxmlformats.org/drawingml/2006/main">
              <a:ext uri="{FF2B5EF4-FFF2-40B4-BE49-F238E27FC236}">
                <a16:creationId xmlns:a16="http://schemas.microsoft.com/office/drawing/2014/main" id="{AB861D69-A872-4AE1-BBE4-C4C5AF52426C}"/>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B987A12E-99C2-42AC-B5E1-A61BC201B822}"/>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680AA555-36C4-4E13-8651-FE3FB326A3A4}"/>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12</a:t>
            </a:r>
          </a:p>
        </p:txBody>
      </p:sp>
    </p:spTree>
    <p:extLst>
      <p:ext uri="{BB962C8B-B14F-4D97-AF65-F5344CB8AC3E}">
        <p14:creationId xmlns:p14="http://schemas.microsoft.com/office/powerpoint/2010/main" val="1891741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2026-07-30T15:55:27.6280000Z</dcterms:created>
  <dcterms:modified xsi:type="dcterms:W3CDTF">2026-07-30T15:55:27.6280000Z</dcterms:modified>
</coreProperties>
</file>